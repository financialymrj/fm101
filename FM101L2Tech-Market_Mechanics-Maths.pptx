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embeddedFontLst>
    <p:embeddedFont>
      <p:font typeface="IBM Plex Sans Hebrew"/>
      <p:regular r:id="rId26"/>
    </p:embeddedFont>
    <p:embeddedFont>
      <p:font typeface="Inter"/>
      <p:regular r:id="rId27"/>
    </p:embeddedFont>
    <p:embeddedFont>
      <p:font typeface="Castoro"/>
      <p:regular r:id="rId2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font" Target="fonts/rId26.fntdata"/><Relationship Id="rId27" Type="http://schemas.openxmlformats.org/officeDocument/2006/relationships/font" Target="fonts/rId27.fntdata"/><Relationship Id="rId28" Type="http://schemas.openxmlformats.org/officeDocument/2006/relationships/font" Target="fonts/rId2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agar app ye series ke 27 videos nahi dekh shakte toh ajj tak dekh kyu aadha adhura karne vale log vo hi dekhte hai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Expectancy proves if a system makes money over a large sample size based on average win size vs average loss size, regardless of win rate.
Simple: If you make ₹3,000 when you win and lose ₹1,000 when you lose, you can be wrong more than half the time and still get wealthy.
Practical: Stop obsessing over a 90% win rate. A 40% win rate strategy with a 1:2.5 Risk:Reward ratio is a highly profitable mathematical machine.
RANT ABOUT INVESTMENT BANKING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Tasks are accomplished only through persistent effort and hard work, not by mere daydreams or wishes. Even a mighty lion cannot catch prey if it lies asleep—deer will not enter its mouth on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image" Target="../media/image-1-32.png"/><Relationship Id="rId33" Type="http://schemas.openxmlformats.org/officeDocument/2006/relationships/image" Target="../media/image-1-33.png"/><Relationship Id="rId34" Type="http://schemas.openxmlformats.org/officeDocument/2006/relationships/image" Target="../media/image-1-34.png"/><Relationship Id="rId35" Type="http://schemas.openxmlformats.org/officeDocument/2006/relationships/slideLayout" Target="../slideLayouts/slideLayout1.xml"/><Relationship Id="rId3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image" Target="../media/image-5-21.png"/><Relationship Id="rId22" Type="http://schemas.openxmlformats.org/officeDocument/2006/relationships/image" Target="../media/image-5-22.png"/><Relationship Id="rId23" Type="http://schemas.openxmlformats.org/officeDocument/2006/relationships/image" Target="../media/image-5-23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image" Target="../media/image-8-20.png"/><Relationship Id="rId21" Type="http://schemas.openxmlformats.org/officeDocument/2006/relationships/image" Target="../media/image-8-21.png"/><Relationship Id="rId22" Type="http://schemas.openxmlformats.org/officeDocument/2006/relationships/image" Target="../media/image-8-22.png"/><Relationship Id="rId23" Type="http://schemas.openxmlformats.org/officeDocument/2006/relationships/image" Target="../media/image-8-23.png"/><Relationship Id="rId24" Type="http://schemas.openxmlformats.org/officeDocument/2006/relationships/image" Target="../media/image-8-24.png"/><Relationship Id="rId25" Type="http://schemas.openxmlformats.org/officeDocument/2006/relationships/image" Target="../media/image-8-25.png"/><Relationship Id="rId26" Type="http://schemas.openxmlformats.org/officeDocument/2006/relationships/image" Target="../media/image-8-26.png"/><Relationship Id="rId27" Type="http://schemas.openxmlformats.org/officeDocument/2006/relationships/image" Target="../media/image-8-27.png"/><Relationship Id="rId28" Type="http://schemas.openxmlformats.org/officeDocument/2006/relationships/image" Target="../media/image-8-28.png"/><Relationship Id="rId29" Type="http://schemas.openxmlformats.org/officeDocument/2006/relationships/image" Target="../media/image-8-29.png"/><Relationship Id="rId30" Type="http://schemas.openxmlformats.org/officeDocument/2006/relationships/image" Target="../media/image-8-30.png"/><Relationship Id="rId31" Type="http://schemas.openxmlformats.org/officeDocument/2006/relationships/image" Target="../media/image-8-31.png"/><Relationship Id="rId32" Type="http://schemas.openxmlformats.org/officeDocument/2006/relationships/image" Target="../media/image-8-32.png"/><Relationship Id="rId33" Type="http://schemas.openxmlformats.org/officeDocument/2006/relationships/image" Target="../media/image-8-33.png"/><Relationship Id="rId34" Type="http://schemas.openxmlformats.org/officeDocument/2006/relationships/image" Target="../media/image-8-34.png"/><Relationship Id="rId35" Type="http://schemas.openxmlformats.org/officeDocument/2006/relationships/image" Target="../media/image-8-35.png"/><Relationship Id="rId36" Type="http://schemas.openxmlformats.org/officeDocument/2006/relationships/image" Target="../media/image-8-36.png"/><Relationship Id="rId37" Type="http://schemas.openxmlformats.org/officeDocument/2006/relationships/image" Target="../media/image-8-37.png"/><Relationship Id="rId38" Type="http://schemas.openxmlformats.org/officeDocument/2006/relationships/image" Target="../media/image-8-38.png"/><Relationship Id="rId39" Type="http://schemas.openxmlformats.org/officeDocument/2006/relationships/image" Target="../media/image-8-39.png"/><Relationship Id="rId40" Type="http://schemas.openxmlformats.org/officeDocument/2006/relationships/image" Target="../media/image-8-40.png"/><Relationship Id="rId41" Type="http://schemas.openxmlformats.org/officeDocument/2006/relationships/image" Target="../media/image-8-41.png"/><Relationship Id="rId42" Type="http://schemas.openxmlformats.org/officeDocument/2006/relationships/image" Target="../media/image-8-42.png"/><Relationship Id="rId43" Type="http://schemas.openxmlformats.org/officeDocument/2006/relationships/image" Target="../media/image-8-43.png"/><Relationship Id="rId44" Type="http://schemas.openxmlformats.org/officeDocument/2006/relationships/image" Target="../media/image-8-44.png"/><Relationship Id="rId45" Type="http://schemas.openxmlformats.org/officeDocument/2006/relationships/image" Target="../media/image-8-45.png"/><Relationship Id="rId46" Type="http://schemas.openxmlformats.org/officeDocument/2006/relationships/image" Target="../media/image-8-46.png"/><Relationship Id="rId47" Type="http://schemas.openxmlformats.org/officeDocument/2006/relationships/image" Target="../media/image-8-47.png"/><Relationship Id="rId48" Type="http://schemas.openxmlformats.org/officeDocument/2006/relationships/image" Target="../media/image-8-48.png"/><Relationship Id="rId49" Type="http://schemas.openxmlformats.org/officeDocument/2006/relationships/image" Target="../media/image-8-49.png"/><Relationship Id="rId50" Type="http://schemas.openxmlformats.org/officeDocument/2006/relationships/image" Target="../media/image-8-50.png"/><Relationship Id="rId51" Type="http://schemas.openxmlformats.org/officeDocument/2006/relationships/image" Target="../media/image-8-51.png"/><Relationship Id="rId52" Type="http://schemas.openxmlformats.org/officeDocument/2006/relationships/slideLayout" Target="../slideLayouts/slideLayout1.xml"/><Relationship Id="rId5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image" Target="../media/image-11-17.png"/><Relationship Id="rId18" Type="http://schemas.openxmlformats.org/officeDocument/2006/relationships/image" Target="../media/image-11-18.png"/><Relationship Id="rId19" Type="http://schemas.openxmlformats.org/officeDocument/2006/relationships/image" Target="../media/image-11-19.png"/><Relationship Id="rId20" Type="http://schemas.openxmlformats.org/officeDocument/2006/relationships/image" Target="../media/image-11-20.png"/><Relationship Id="rId21" Type="http://schemas.openxmlformats.org/officeDocument/2006/relationships/image" Target="../media/image-11-21.png"/><Relationship Id="rId22" Type="http://schemas.openxmlformats.org/officeDocument/2006/relationships/image" Target="../media/image-11-22.png"/><Relationship Id="rId23" Type="http://schemas.openxmlformats.org/officeDocument/2006/relationships/image" Target="../media/image-11-23.png"/><Relationship Id="rId24" Type="http://schemas.openxmlformats.org/officeDocument/2006/relationships/image" Target="../media/image-11-24.png"/><Relationship Id="rId25" Type="http://schemas.openxmlformats.org/officeDocument/2006/relationships/image" Target="../media/image-11-25.png"/><Relationship Id="rId26" Type="http://schemas.openxmlformats.org/officeDocument/2006/relationships/image" Target="../media/image-11-26.png"/><Relationship Id="rId27" Type="http://schemas.openxmlformats.org/officeDocument/2006/relationships/image" Target="../media/image-11-27.png"/><Relationship Id="rId28" Type="http://schemas.openxmlformats.org/officeDocument/2006/relationships/image" Target="../media/image-11-28.png"/><Relationship Id="rId29" Type="http://schemas.openxmlformats.org/officeDocument/2006/relationships/image" Target="../media/image-11-29.png"/><Relationship Id="rId30" Type="http://schemas.openxmlformats.org/officeDocument/2006/relationships/image" Target="../media/image-11-30.png"/><Relationship Id="rId31" Type="http://schemas.openxmlformats.org/officeDocument/2006/relationships/image" Target="../media/image-11-31.png"/><Relationship Id="rId32" Type="http://schemas.openxmlformats.org/officeDocument/2006/relationships/image" Target="../media/image-11-32.png"/><Relationship Id="rId33" Type="http://schemas.openxmlformats.org/officeDocument/2006/relationships/image" Target="../media/image-11-33.png"/><Relationship Id="rId34" Type="http://schemas.openxmlformats.org/officeDocument/2006/relationships/image" Target="../media/image-11-34.png"/><Relationship Id="rId35" Type="http://schemas.openxmlformats.org/officeDocument/2006/relationships/image" Target="../media/image-11-35.png"/><Relationship Id="rId36" Type="http://schemas.openxmlformats.org/officeDocument/2006/relationships/image" Target="../media/image-11-36.png"/><Relationship Id="rId37" Type="http://schemas.openxmlformats.org/officeDocument/2006/relationships/image" Target="../media/image-11-37.png"/><Relationship Id="rId38" Type="http://schemas.openxmlformats.org/officeDocument/2006/relationships/image" Target="../media/image-11-38.png"/><Relationship Id="rId39" Type="http://schemas.openxmlformats.org/officeDocument/2006/relationships/image" Target="../media/image-11-39.png"/><Relationship Id="rId40" Type="http://schemas.openxmlformats.org/officeDocument/2006/relationships/image" Target="../media/image-11-40.png"/><Relationship Id="rId41" Type="http://schemas.openxmlformats.org/officeDocument/2006/relationships/image" Target="../media/image-11-41.png"/><Relationship Id="rId42" Type="http://schemas.openxmlformats.org/officeDocument/2006/relationships/image" Target="../media/image-11-42.png"/><Relationship Id="rId43" Type="http://schemas.openxmlformats.org/officeDocument/2006/relationships/image" Target="../media/image-11-43.png"/><Relationship Id="rId44" Type="http://schemas.openxmlformats.org/officeDocument/2006/relationships/image" Target="../media/image-11-44.png"/><Relationship Id="rId45" Type="http://schemas.openxmlformats.org/officeDocument/2006/relationships/image" Target="../media/image-11-45.png"/><Relationship Id="rId46" Type="http://schemas.openxmlformats.org/officeDocument/2006/relationships/image" Target="../media/image-11-46.png"/><Relationship Id="rId47" Type="http://schemas.openxmlformats.org/officeDocument/2006/relationships/image" Target="../media/image-11-47.png"/><Relationship Id="rId48" Type="http://schemas.openxmlformats.org/officeDocument/2006/relationships/image" Target="../media/image-11-48.png"/><Relationship Id="rId49" Type="http://schemas.openxmlformats.org/officeDocument/2006/relationships/image" Target="../media/image-11-49.png"/><Relationship Id="rId50" Type="http://schemas.openxmlformats.org/officeDocument/2006/relationships/image" Target="../media/image-11-50.png"/><Relationship Id="rId51" Type="http://schemas.openxmlformats.org/officeDocument/2006/relationships/image" Target="../media/image-11-51.png"/><Relationship Id="rId52" Type="http://schemas.openxmlformats.org/officeDocument/2006/relationships/image" Target="../media/image-11-52.png"/><Relationship Id="rId53" Type="http://schemas.openxmlformats.org/officeDocument/2006/relationships/image" Target="../media/image-11-53.png"/><Relationship Id="rId54" Type="http://schemas.openxmlformats.org/officeDocument/2006/relationships/image" Target="../media/image-11-54.png"/><Relationship Id="rId55" Type="http://schemas.openxmlformats.org/officeDocument/2006/relationships/image" Target="../media/image-11-55.png"/><Relationship Id="rId56" Type="http://schemas.openxmlformats.org/officeDocument/2006/relationships/image" Target="../media/image-11-56.png"/><Relationship Id="rId57" Type="http://schemas.openxmlformats.org/officeDocument/2006/relationships/image" Target="../media/image-11-57.png"/><Relationship Id="rId58" Type="http://schemas.openxmlformats.org/officeDocument/2006/relationships/image" Target="../media/image-11-58.png"/><Relationship Id="rId59" Type="http://schemas.openxmlformats.org/officeDocument/2006/relationships/image" Target="../media/image-11-59.png"/><Relationship Id="rId60" Type="http://schemas.openxmlformats.org/officeDocument/2006/relationships/image" Target="../media/image-11-60.png"/><Relationship Id="rId61" Type="http://schemas.openxmlformats.org/officeDocument/2006/relationships/image" Target="../media/image-11-61.png"/><Relationship Id="rId62" Type="http://schemas.openxmlformats.org/officeDocument/2006/relationships/slideLayout" Target="../slideLayouts/slideLayout1.xml"/><Relationship Id="rId6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png"/><Relationship Id="rId15" Type="http://schemas.openxmlformats.org/officeDocument/2006/relationships/image" Target="../media/image-14-15.png"/><Relationship Id="rId16" Type="http://schemas.openxmlformats.org/officeDocument/2006/relationships/image" Target="../media/image-14-16.png"/><Relationship Id="rId17" Type="http://schemas.openxmlformats.org/officeDocument/2006/relationships/image" Target="../media/image-14-17.png"/><Relationship Id="rId18" Type="http://schemas.openxmlformats.org/officeDocument/2006/relationships/image" Target="../media/image-14-18.png"/><Relationship Id="rId19" Type="http://schemas.openxmlformats.org/officeDocument/2006/relationships/image" Target="../media/image-14-19.png"/><Relationship Id="rId20" Type="http://schemas.openxmlformats.org/officeDocument/2006/relationships/image" Target="../media/image-14-20.png"/><Relationship Id="rId21" Type="http://schemas.openxmlformats.org/officeDocument/2006/relationships/image" Target="../media/image-14-21.png"/><Relationship Id="rId22" Type="http://schemas.openxmlformats.org/officeDocument/2006/relationships/image" Target="../media/image-14-22.png"/><Relationship Id="rId23" Type="http://schemas.openxmlformats.org/officeDocument/2006/relationships/image" Target="../media/image-14-23.png"/><Relationship Id="rId24" Type="http://schemas.openxmlformats.org/officeDocument/2006/relationships/image" Target="../media/image-14-24.png"/><Relationship Id="rId25" Type="http://schemas.openxmlformats.org/officeDocument/2006/relationships/image" Target="../media/image-14-25.png"/><Relationship Id="rId26" Type="http://schemas.openxmlformats.org/officeDocument/2006/relationships/image" Target="../media/image-14-26.png"/><Relationship Id="rId27" Type="http://schemas.openxmlformats.org/officeDocument/2006/relationships/image" Target="../media/image-14-27.png"/><Relationship Id="rId28" Type="http://schemas.openxmlformats.org/officeDocument/2006/relationships/image" Target="../media/image-14-28.png"/><Relationship Id="rId29" Type="http://schemas.openxmlformats.org/officeDocument/2006/relationships/image" Target="../media/image-14-29.png"/><Relationship Id="rId30" Type="http://schemas.openxmlformats.org/officeDocument/2006/relationships/image" Target="../media/image-14-30.png"/><Relationship Id="rId31" Type="http://schemas.openxmlformats.org/officeDocument/2006/relationships/image" Target="../media/image-14-31.png"/><Relationship Id="rId32" Type="http://schemas.openxmlformats.org/officeDocument/2006/relationships/image" Target="../media/image-14-32.png"/><Relationship Id="rId33" Type="http://schemas.openxmlformats.org/officeDocument/2006/relationships/image" Target="../media/image-14-33.png"/><Relationship Id="rId34" Type="http://schemas.openxmlformats.org/officeDocument/2006/relationships/image" Target="../media/image-14-34.png"/><Relationship Id="rId35" Type="http://schemas.openxmlformats.org/officeDocument/2006/relationships/image" Target="../media/image-14-35.png"/><Relationship Id="rId36" Type="http://schemas.openxmlformats.org/officeDocument/2006/relationships/image" Target="../media/image-14-36.png"/><Relationship Id="rId37" Type="http://schemas.openxmlformats.org/officeDocument/2006/relationships/image" Target="../media/image-14-37.png"/><Relationship Id="rId38" Type="http://schemas.openxmlformats.org/officeDocument/2006/relationships/image" Target="../media/image-14-38.png"/><Relationship Id="rId39" Type="http://schemas.openxmlformats.org/officeDocument/2006/relationships/image" Target="../media/image-14-39.png"/><Relationship Id="rId40" Type="http://schemas.openxmlformats.org/officeDocument/2006/relationships/image" Target="../media/image-14-40.png"/><Relationship Id="rId41" Type="http://schemas.openxmlformats.org/officeDocument/2006/relationships/image" Target="../media/image-14-41.png"/><Relationship Id="rId42" Type="http://schemas.openxmlformats.org/officeDocument/2006/relationships/image" Target="../media/image-14-42.png"/><Relationship Id="rId43" Type="http://schemas.openxmlformats.org/officeDocument/2006/relationships/image" Target="../media/image-14-43.png"/><Relationship Id="rId44" Type="http://schemas.openxmlformats.org/officeDocument/2006/relationships/image" Target="../media/image-14-44.png"/><Relationship Id="rId45" Type="http://schemas.openxmlformats.org/officeDocument/2006/relationships/image" Target="../media/image-14-45.png"/><Relationship Id="rId46" Type="http://schemas.openxmlformats.org/officeDocument/2006/relationships/image" Target="../media/image-14-46.png"/><Relationship Id="rId47" Type="http://schemas.openxmlformats.org/officeDocument/2006/relationships/image" Target="../media/image-14-47.png"/><Relationship Id="rId48" Type="http://schemas.openxmlformats.org/officeDocument/2006/relationships/image" Target="../media/image-14-48.png"/><Relationship Id="rId49" Type="http://schemas.openxmlformats.org/officeDocument/2006/relationships/image" Target="../media/image-14-49.png"/><Relationship Id="rId50" Type="http://schemas.openxmlformats.org/officeDocument/2006/relationships/image" Target="../media/image-14-50.png"/><Relationship Id="rId51" Type="http://schemas.openxmlformats.org/officeDocument/2006/relationships/image" Target="../media/image-14-51.png"/><Relationship Id="rId52" Type="http://schemas.openxmlformats.org/officeDocument/2006/relationships/image" Target="../media/image-14-52.png"/><Relationship Id="rId53" Type="http://schemas.openxmlformats.org/officeDocument/2006/relationships/image" Target="../media/image-14-53.png"/><Relationship Id="rId54" Type="http://schemas.openxmlformats.org/officeDocument/2006/relationships/image" Target="../media/image-14-54.png"/><Relationship Id="rId55" Type="http://schemas.openxmlformats.org/officeDocument/2006/relationships/image" Target="../media/image-14-55.png"/><Relationship Id="rId56" Type="http://schemas.openxmlformats.org/officeDocument/2006/relationships/image" Target="../media/image-14-56.png"/><Relationship Id="rId57" Type="http://schemas.openxmlformats.org/officeDocument/2006/relationships/image" Target="../media/image-14-57.png"/><Relationship Id="rId58" Type="http://schemas.openxmlformats.org/officeDocument/2006/relationships/image" Target="../media/image-14-58.png"/><Relationship Id="rId59" Type="http://schemas.openxmlformats.org/officeDocument/2006/relationships/image" Target="../media/image-14-59.png"/><Relationship Id="rId60" Type="http://schemas.openxmlformats.org/officeDocument/2006/relationships/image" Target="../media/image-14-60.png"/><Relationship Id="rId61" Type="http://schemas.openxmlformats.org/officeDocument/2006/relationships/image" Target="../media/image-14-61.png"/><Relationship Id="rId62" Type="http://schemas.openxmlformats.org/officeDocument/2006/relationships/image" Target="../media/image-14-62.png"/><Relationship Id="rId63" Type="http://schemas.openxmlformats.org/officeDocument/2006/relationships/image" Target="../media/image-14-63.png"/><Relationship Id="rId64" Type="http://schemas.openxmlformats.org/officeDocument/2006/relationships/image" Target="../media/image-14-64.png"/><Relationship Id="rId65" Type="http://schemas.openxmlformats.org/officeDocument/2006/relationships/image" Target="../media/image-14-65.png"/><Relationship Id="rId66" Type="http://schemas.openxmlformats.org/officeDocument/2006/relationships/image" Target="../media/image-14-66.png"/><Relationship Id="rId67" Type="http://schemas.openxmlformats.org/officeDocument/2006/relationships/image" Target="../media/image-14-67.png"/><Relationship Id="rId68" Type="http://schemas.openxmlformats.org/officeDocument/2006/relationships/image" Target="../media/image-14-68.png"/><Relationship Id="rId69" Type="http://schemas.openxmlformats.org/officeDocument/2006/relationships/image" Target="../media/image-14-69.png"/><Relationship Id="rId70" Type="http://schemas.openxmlformats.org/officeDocument/2006/relationships/image" Target="../media/image-14-70.png"/><Relationship Id="rId71" Type="http://schemas.openxmlformats.org/officeDocument/2006/relationships/image" Target="../media/image-14-71.png"/><Relationship Id="rId72" Type="http://schemas.openxmlformats.org/officeDocument/2006/relationships/image" Target="../media/image-14-72.png"/><Relationship Id="rId73" Type="http://schemas.openxmlformats.org/officeDocument/2006/relationships/image" Target="../media/image-14-73.png"/><Relationship Id="rId74" Type="http://schemas.openxmlformats.org/officeDocument/2006/relationships/image" Target="../media/image-14-74.png"/><Relationship Id="rId75" Type="http://schemas.openxmlformats.org/officeDocument/2006/relationships/image" Target="../media/image-14-75.png"/><Relationship Id="rId76" Type="http://schemas.openxmlformats.org/officeDocument/2006/relationships/image" Target="../media/image-14-76.png"/><Relationship Id="rId77" Type="http://schemas.openxmlformats.org/officeDocument/2006/relationships/image" Target="../media/image-14-77.png"/><Relationship Id="rId78" Type="http://schemas.openxmlformats.org/officeDocument/2006/relationships/image" Target="../media/image-14-78.png"/><Relationship Id="rId79" Type="http://schemas.openxmlformats.org/officeDocument/2006/relationships/image" Target="../media/image-14-79.png"/><Relationship Id="rId80" Type="http://schemas.openxmlformats.org/officeDocument/2006/relationships/image" Target="../media/image-14-80.png"/><Relationship Id="rId81" Type="http://schemas.openxmlformats.org/officeDocument/2006/relationships/image" Target="../media/image-14-81.png"/><Relationship Id="rId82" Type="http://schemas.openxmlformats.org/officeDocument/2006/relationships/image" Target="../media/image-14-82.png"/><Relationship Id="rId83" Type="http://schemas.openxmlformats.org/officeDocument/2006/relationships/image" Target="../media/image-14-83.png"/><Relationship Id="rId84" Type="http://schemas.openxmlformats.org/officeDocument/2006/relationships/image" Target="../media/image-14-84.png"/><Relationship Id="rId85" Type="http://schemas.openxmlformats.org/officeDocument/2006/relationships/image" Target="../media/image-14-85.png"/><Relationship Id="rId86" Type="http://schemas.openxmlformats.org/officeDocument/2006/relationships/image" Target="../media/image-14-86.png"/><Relationship Id="rId87" Type="http://schemas.openxmlformats.org/officeDocument/2006/relationships/image" Target="../media/image-14-87.png"/><Relationship Id="rId88" Type="http://schemas.openxmlformats.org/officeDocument/2006/relationships/image" Target="../media/image-14-88.png"/><Relationship Id="rId89" Type="http://schemas.openxmlformats.org/officeDocument/2006/relationships/image" Target="../media/image-14-89.png"/><Relationship Id="rId90" Type="http://schemas.openxmlformats.org/officeDocument/2006/relationships/image" Target="../media/image-14-90.png"/><Relationship Id="rId91" Type="http://schemas.openxmlformats.org/officeDocument/2006/relationships/image" Target="../media/image-14-91.png"/><Relationship Id="rId92" Type="http://schemas.openxmlformats.org/officeDocument/2006/relationships/image" Target="../media/image-14-92.png"/><Relationship Id="rId93" Type="http://schemas.openxmlformats.org/officeDocument/2006/relationships/image" Target="../media/image-14-93.png"/><Relationship Id="rId94" Type="http://schemas.openxmlformats.org/officeDocument/2006/relationships/image" Target="../media/image-14-94.png"/><Relationship Id="rId95" Type="http://schemas.openxmlformats.org/officeDocument/2006/relationships/image" Target="../media/image-14-95.png"/><Relationship Id="rId96" Type="http://schemas.openxmlformats.org/officeDocument/2006/relationships/image" Target="../media/image-14-96.png"/><Relationship Id="rId97" Type="http://schemas.openxmlformats.org/officeDocument/2006/relationships/image" Target="../media/image-14-97.png"/><Relationship Id="rId98" Type="http://schemas.openxmlformats.org/officeDocument/2006/relationships/image" Target="../media/image-14-98.png"/><Relationship Id="rId99" Type="http://schemas.openxmlformats.org/officeDocument/2006/relationships/image" Target="../media/image-14-99.png"/><Relationship Id="rId100" Type="http://schemas.openxmlformats.org/officeDocument/2006/relationships/image" Target="../media/image-14-100.png"/><Relationship Id="rId101" Type="http://schemas.openxmlformats.org/officeDocument/2006/relationships/image" Target="../media/image-14-101.png"/><Relationship Id="rId102" Type="http://schemas.openxmlformats.org/officeDocument/2006/relationships/image" Target="../media/image-14-102.png"/><Relationship Id="rId103" Type="http://schemas.openxmlformats.org/officeDocument/2006/relationships/image" Target="../media/image-14-103.png"/><Relationship Id="rId104" Type="http://schemas.openxmlformats.org/officeDocument/2006/relationships/image" Target="../media/image-14-104.png"/><Relationship Id="rId105" Type="http://schemas.openxmlformats.org/officeDocument/2006/relationships/image" Target="../media/image-14-105.png"/><Relationship Id="rId106" Type="http://schemas.openxmlformats.org/officeDocument/2006/relationships/image" Target="../media/image-14-106.png"/><Relationship Id="rId107" Type="http://schemas.openxmlformats.org/officeDocument/2006/relationships/image" Target="../media/image-14-107.png"/><Relationship Id="rId108" Type="http://schemas.openxmlformats.org/officeDocument/2006/relationships/image" Target="../media/image-14-108.png"/><Relationship Id="rId109" Type="http://schemas.openxmlformats.org/officeDocument/2006/relationships/image" Target="../media/image-14-109.png"/><Relationship Id="rId110" Type="http://schemas.openxmlformats.org/officeDocument/2006/relationships/image" Target="../media/image-14-110.png"/><Relationship Id="rId111" Type="http://schemas.openxmlformats.org/officeDocument/2006/relationships/image" Target="../media/image-14-111.png"/><Relationship Id="rId112" Type="http://schemas.openxmlformats.org/officeDocument/2006/relationships/image" Target="../media/image-14-112.png"/><Relationship Id="rId113" Type="http://schemas.openxmlformats.org/officeDocument/2006/relationships/image" Target="../media/image-14-113.png"/><Relationship Id="rId114" Type="http://schemas.openxmlformats.org/officeDocument/2006/relationships/image" Target="../media/image-14-114.png"/><Relationship Id="rId115" Type="http://schemas.openxmlformats.org/officeDocument/2006/relationships/image" Target="../media/image-14-115.png"/><Relationship Id="rId116" Type="http://schemas.openxmlformats.org/officeDocument/2006/relationships/image" Target="../media/image-14-116.png"/><Relationship Id="rId117" Type="http://schemas.openxmlformats.org/officeDocument/2006/relationships/image" Target="../media/image-14-117.png"/><Relationship Id="rId118" Type="http://schemas.openxmlformats.org/officeDocument/2006/relationships/image" Target="../media/image-14-118.png"/><Relationship Id="rId119" Type="http://schemas.openxmlformats.org/officeDocument/2006/relationships/image" Target="../media/image-14-119.png"/><Relationship Id="rId120" Type="http://schemas.openxmlformats.org/officeDocument/2006/relationships/image" Target="../media/image-14-120.png"/><Relationship Id="rId121" Type="http://schemas.openxmlformats.org/officeDocument/2006/relationships/image" Target="../media/image-14-121.png"/><Relationship Id="rId122" Type="http://schemas.openxmlformats.org/officeDocument/2006/relationships/image" Target="../media/image-14-122.png"/><Relationship Id="rId123" Type="http://schemas.openxmlformats.org/officeDocument/2006/relationships/image" Target="../media/image-14-123.png"/><Relationship Id="rId124" Type="http://schemas.openxmlformats.org/officeDocument/2006/relationships/image" Target="../media/image-14-124.png"/><Relationship Id="rId125" Type="http://schemas.openxmlformats.org/officeDocument/2006/relationships/image" Target="../media/image-14-125.png"/><Relationship Id="rId126" Type="http://schemas.openxmlformats.org/officeDocument/2006/relationships/image" Target="../media/image-14-126.png"/><Relationship Id="rId127" Type="http://schemas.openxmlformats.org/officeDocument/2006/relationships/image" Target="../media/image-14-127.png"/><Relationship Id="rId128" Type="http://schemas.openxmlformats.org/officeDocument/2006/relationships/image" Target="../media/image-14-128.png"/><Relationship Id="rId129" Type="http://schemas.openxmlformats.org/officeDocument/2006/relationships/image" Target="../media/image-14-129.png"/><Relationship Id="rId130" Type="http://schemas.openxmlformats.org/officeDocument/2006/relationships/image" Target="../media/image-14-130.png"/><Relationship Id="rId131" Type="http://schemas.openxmlformats.org/officeDocument/2006/relationships/image" Target="../media/image-14-131.png"/><Relationship Id="rId132" Type="http://schemas.openxmlformats.org/officeDocument/2006/relationships/image" Target="../media/image-14-132.png"/><Relationship Id="rId133" Type="http://schemas.openxmlformats.org/officeDocument/2006/relationships/image" Target="../media/image-14-133.png"/><Relationship Id="rId134" Type="http://schemas.openxmlformats.org/officeDocument/2006/relationships/image" Target="../media/image-14-134.png"/><Relationship Id="rId135" Type="http://schemas.openxmlformats.org/officeDocument/2006/relationships/image" Target="../media/image-14-135.png"/><Relationship Id="rId136" Type="http://schemas.openxmlformats.org/officeDocument/2006/relationships/image" Target="../media/image-14-136.png"/><Relationship Id="rId137" Type="http://schemas.openxmlformats.org/officeDocument/2006/relationships/image" Target="../media/image-14-137.png"/><Relationship Id="rId138" Type="http://schemas.openxmlformats.org/officeDocument/2006/relationships/image" Target="../media/image-14-138.png"/><Relationship Id="rId139" Type="http://schemas.openxmlformats.org/officeDocument/2006/relationships/image" Target="../media/image-14-139.png"/><Relationship Id="rId140" Type="http://schemas.openxmlformats.org/officeDocument/2006/relationships/image" Target="../media/image-14-140.png"/><Relationship Id="rId141" Type="http://schemas.openxmlformats.org/officeDocument/2006/relationships/image" Target="../media/image-14-141.png"/><Relationship Id="rId142" Type="http://schemas.openxmlformats.org/officeDocument/2006/relationships/image" Target="../media/image-14-142.png"/><Relationship Id="rId143" Type="http://schemas.openxmlformats.org/officeDocument/2006/relationships/image" Target="../media/image-14-143.png"/><Relationship Id="rId144" Type="http://schemas.openxmlformats.org/officeDocument/2006/relationships/image" Target="../media/image-14-144.png"/><Relationship Id="rId145" Type="http://schemas.openxmlformats.org/officeDocument/2006/relationships/image" Target="../media/image-14-145.png"/><Relationship Id="rId146" Type="http://schemas.openxmlformats.org/officeDocument/2006/relationships/image" Target="../media/image-14-146.png"/><Relationship Id="rId147" Type="http://schemas.openxmlformats.org/officeDocument/2006/relationships/image" Target="../media/image-14-147.png"/><Relationship Id="rId148" Type="http://schemas.openxmlformats.org/officeDocument/2006/relationships/image" Target="../media/image-14-148.png"/><Relationship Id="rId149" Type="http://schemas.openxmlformats.org/officeDocument/2006/relationships/image" Target="../media/image-14-149.png"/><Relationship Id="rId150" Type="http://schemas.openxmlformats.org/officeDocument/2006/relationships/image" Target="../media/image-14-150.png"/><Relationship Id="rId151" Type="http://schemas.openxmlformats.org/officeDocument/2006/relationships/image" Target="../media/image-14-151.png"/><Relationship Id="rId152" Type="http://schemas.openxmlformats.org/officeDocument/2006/relationships/image" Target="../media/image-14-152.png"/><Relationship Id="rId153" Type="http://schemas.openxmlformats.org/officeDocument/2006/relationships/image" Target="../media/image-14-153.png"/><Relationship Id="rId154" Type="http://schemas.openxmlformats.org/officeDocument/2006/relationships/image" Target="../media/image-14-154.png"/><Relationship Id="rId155" Type="http://schemas.openxmlformats.org/officeDocument/2006/relationships/image" Target="../media/image-14-155.png"/><Relationship Id="rId156" Type="http://schemas.openxmlformats.org/officeDocument/2006/relationships/image" Target="../media/image-14-156.png"/><Relationship Id="rId157" Type="http://schemas.openxmlformats.org/officeDocument/2006/relationships/image" Target="../media/image-14-157.png"/><Relationship Id="rId158" Type="http://schemas.openxmlformats.org/officeDocument/2006/relationships/image" Target="../media/image-14-158.png"/><Relationship Id="rId159" Type="http://schemas.openxmlformats.org/officeDocument/2006/relationships/image" Target="../media/image-14-159.png"/><Relationship Id="rId160" Type="http://schemas.openxmlformats.org/officeDocument/2006/relationships/image" Target="../media/image-14-160.png"/><Relationship Id="rId161" Type="http://schemas.openxmlformats.org/officeDocument/2006/relationships/image" Target="../media/image-14-161.png"/><Relationship Id="rId162" Type="http://schemas.openxmlformats.org/officeDocument/2006/relationships/image" Target="../media/image-14-162.png"/><Relationship Id="rId163" Type="http://schemas.openxmlformats.org/officeDocument/2006/relationships/image" Target="../media/image-14-163.png"/><Relationship Id="rId164" Type="http://schemas.openxmlformats.org/officeDocument/2006/relationships/image" Target="../media/image-14-164.png"/><Relationship Id="rId165" Type="http://schemas.openxmlformats.org/officeDocument/2006/relationships/image" Target="../media/image-14-165.png"/><Relationship Id="rId166" Type="http://schemas.openxmlformats.org/officeDocument/2006/relationships/image" Target="../media/image-14-166.png"/><Relationship Id="rId167" Type="http://schemas.openxmlformats.org/officeDocument/2006/relationships/image" Target="../media/image-14-167.png"/><Relationship Id="rId168" Type="http://schemas.openxmlformats.org/officeDocument/2006/relationships/image" Target="../media/image-14-168.png"/><Relationship Id="rId169" Type="http://schemas.openxmlformats.org/officeDocument/2006/relationships/image" Target="../media/image-14-169.png"/><Relationship Id="rId170" Type="http://schemas.openxmlformats.org/officeDocument/2006/relationships/image" Target="../media/image-14-170.png"/><Relationship Id="rId171" Type="http://schemas.openxmlformats.org/officeDocument/2006/relationships/image" Target="../media/image-14-171.png"/><Relationship Id="rId172" Type="http://schemas.openxmlformats.org/officeDocument/2006/relationships/image" Target="../media/image-14-172.png"/><Relationship Id="rId173" Type="http://schemas.openxmlformats.org/officeDocument/2006/relationships/image" Target="../media/image-14-173.png"/><Relationship Id="rId174" Type="http://schemas.openxmlformats.org/officeDocument/2006/relationships/image" Target="../media/image-14-174.png"/><Relationship Id="rId175" Type="http://schemas.openxmlformats.org/officeDocument/2006/relationships/image" Target="../media/image-14-175.png"/><Relationship Id="rId176" Type="http://schemas.openxmlformats.org/officeDocument/2006/relationships/image" Target="../media/image-14-176.png"/><Relationship Id="rId177" Type="http://schemas.openxmlformats.org/officeDocument/2006/relationships/image" Target="../media/image-14-177.png"/><Relationship Id="rId178" Type="http://schemas.openxmlformats.org/officeDocument/2006/relationships/image" Target="../media/image-14-178.png"/><Relationship Id="rId179" Type="http://schemas.openxmlformats.org/officeDocument/2006/relationships/image" Target="../media/image-14-179.png"/><Relationship Id="rId180" Type="http://schemas.openxmlformats.org/officeDocument/2006/relationships/image" Target="../media/image-14-180.png"/><Relationship Id="rId181" Type="http://schemas.openxmlformats.org/officeDocument/2006/relationships/image" Target="../media/image-14-181.png"/><Relationship Id="rId182" Type="http://schemas.openxmlformats.org/officeDocument/2006/relationships/image" Target="../media/image-14-182.png"/><Relationship Id="rId183" Type="http://schemas.openxmlformats.org/officeDocument/2006/relationships/image" Target="../media/image-14-183.png"/><Relationship Id="rId184" Type="http://schemas.openxmlformats.org/officeDocument/2006/relationships/image" Target="../media/image-14-184.png"/><Relationship Id="rId185" Type="http://schemas.openxmlformats.org/officeDocument/2006/relationships/image" Target="../media/image-14-185.png"/><Relationship Id="rId186" Type="http://schemas.openxmlformats.org/officeDocument/2006/relationships/image" Target="../media/image-14-186.png"/><Relationship Id="rId187" Type="http://schemas.openxmlformats.org/officeDocument/2006/relationships/image" Target="../media/image-14-187.png"/><Relationship Id="rId188" Type="http://schemas.openxmlformats.org/officeDocument/2006/relationships/image" Target="../media/image-14-188.png"/><Relationship Id="rId189" Type="http://schemas.openxmlformats.org/officeDocument/2006/relationships/image" Target="../media/image-14-189.png"/><Relationship Id="rId190" Type="http://schemas.openxmlformats.org/officeDocument/2006/relationships/image" Target="../media/image-14-190.png"/><Relationship Id="rId191" Type="http://schemas.openxmlformats.org/officeDocument/2006/relationships/image" Target="../media/image-14-191.png"/><Relationship Id="rId192" Type="http://schemas.openxmlformats.org/officeDocument/2006/relationships/image" Target="../media/image-14-192.png"/><Relationship Id="rId193" Type="http://schemas.openxmlformats.org/officeDocument/2006/relationships/image" Target="../media/image-14-193.png"/><Relationship Id="rId194" Type="http://schemas.openxmlformats.org/officeDocument/2006/relationships/image" Target="../media/image-14-194.png"/><Relationship Id="rId195" Type="http://schemas.openxmlformats.org/officeDocument/2006/relationships/image" Target="../media/image-14-195.png"/><Relationship Id="rId196" Type="http://schemas.openxmlformats.org/officeDocument/2006/relationships/image" Target="../media/image-14-196.png"/><Relationship Id="rId197" Type="http://schemas.openxmlformats.org/officeDocument/2006/relationships/image" Target="../media/image-14-197.png"/><Relationship Id="rId198" Type="http://schemas.openxmlformats.org/officeDocument/2006/relationships/image" Target="../media/image-14-198.png"/><Relationship Id="rId199" Type="http://schemas.openxmlformats.org/officeDocument/2006/relationships/image" Target="../media/image-14-199.png"/><Relationship Id="rId200" Type="http://schemas.openxmlformats.org/officeDocument/2006/relationships/image" Target="../media/image-14-200.png"/><Relationship Id="rId201" Type="http://schemas.openxmlformats.org/officeDocument/2006/relationships/image" Target="../media/image-14-201.png"/><Relationship Id="rId202" Type="http://schemas.openxmlformats.org/officeDocument/2006/relationships/image" Target="../media/image-14-202.png"/><Relationship Id="rId203" Type="http://schemas.openxmlformats.org/officeDocument/2006/relationships/image" Target="../media/image-14-203.png"/><Relationship Id="rId204" Type="http://schemas.openxmlformats.org/officeDocument/2006/relationships/image" Target="../media/image-14-204.png"/><Relationship Id="rId205" Type="http://schemas.openxmlformats.org/officeDocument/2006/relationships/image" Target="../media/image-14-205.png"/><Relationship Id="rId206" Type="http://schemas.openxmlformats.org/officeDocument/2006/relationships/image" Target="../media/image-14-206.png"/><Relationship Id="rId207" Type="http://schemas.openxmlformats.org/officeDocument/2006/relationships/image" Target="../media/image-14-207.png"/><Relationship Id="rId208" Type="http://schemas.openxmlformats.org/officeDocument/2006/relationships/image" Target="../media/image-14-208.png"/><Relationship Id="rId209" Type="http://schemas.openxmlformats.org/officeDocument/2006/relationships/image" Target="../media/image-14-209.png"/><Relationship Id="rId210" Type="http://schemas.openxmlformats.org/officeDocument/2006/relationships/image" Target="../media/image-14-210.png"/><Relationship Id="rId211" Type="http://schemas.openxmlformats.org/officeDocument/2006/relationships/image" Target="../media/image-14-211.png"/><Relationship Id="rId212" Type="http://schemas.openxmlformats.org/officeDocument/2006/relationships/image" Target="../media/image-14-212.png"/><Relationship Id="rId213" Type="http://schemas.openxmlformats.org/officeDocument/2006/relationships/image" Target="../media/image-14-213.png"/><Relationship Id="rId214" Type="http://schemas.openxmlformats.org/officeDocument/2006/relationships/image" Target="../media/image-14-214.png"/><Relationship Id="rId215" Type="http://schemas.openxmlformats.org/officeDocument/2006/relationships/image" Target="../media/image-14-215.png"/><Relationship Id="rId216" Type="http://schemas.openxmlformats.org/officeDocument/2006/relationships/image" Target="../media/image-14-216.png"/><Relationship Id="rId217" Type="http://schemas.openxmlformats.org/officeDocument/2006/relationships/image" Target="../media/image-14-217.png"/><Relationship Id="rId218" Type="http://schemas.openxmlformats.org/officeDocument/2006/relationships/image" Target="../media/image-14-218.png"/><Relationship Id="rId219" Type="http://schemas.openxmlformats.org/officeDocument/2006/relationships/image" Target="../media/image-14-219.png"/><Relationship Id="rId220" Type="http://schemas.openxmlformats.org/officeDocument/2006/relationships/image" Target="../media/image-14-220.png"/><Relationship Id="rId221" Type="http://schemas.openxmlformats.org/officeDocument/2006/relationships/image" Target="../media/image-14-221.png"/><Relationship Id="rId222" Type="http://schemas.openxmlformats.org/officeDocument/2006/relationships/image" Target="../media/image-14-222.png"/><Relationship Id="rId223" Type="http://schemas.openxmlformats.org/officeDocument/2006/relationships/image" Target="../media/image-14-223.png"/><Relationship Id="rId224" Type="http://schemas.openxmlformats.org/officeDocument/2006/relationships/image" Target="../media/image-14-224.png"/><Relationship Id="rId225" Type="http://schemas.openxmlformats.org/officeDocument/2006/relationships/image" Target="../media/image-14-225.png"/><Relationship Id="rId226" Type="http://schemas.openxmlformats.org/officeDocument/2006/relationships/image" Target="../media/image-14-226.png"/><Relationship Id="rId227" Type="http://schemas.openxmlformats.org/officeDocument/2006/relationships/image" Target="../media/image-14-227.png"/><Relationship Id="rId228" Type="http://schemas.openxmlformats.org/officeDocument/2006/relationships/image" Target="../media/image-14-228.png"/><Relationship Id="rId229" Type="http://schemas.openxmlformats.org/officeDocument/2006/relationships/image" Target="../media/image-14-229.png"/><Relationship Id="rId230" Type="http://schemas.openxmlformats.org/officeDocument/2006/relationships/image" Target="../media/image-14-230.png"/><Relationship Id="rId231" Type="http://schemas.openxmlformats.org/officeDocument/2006/relationships/image" Target="../media/image-14-231.png"/><Relationship Id="rId232" Type="http://schemas.openxmlformats.org/officeDocument/2006/relationships/image" Target="../media/image-14-232.png"/><Relationship Id="rId233" Type="http://schemas.openxmlformats.org/officeDocument/2006/relationships/image" Target="../media/image-14-233.png"/><Relationship Id="rId234" Type="http://schemas.openxmlformats.org/officeDocument/2006/relationships/image" Target="../media/image-14-234.png"/><Relationship Id="rId235" Type="http://schemas.openxmlformats.org/officeDocument/2006/relationships/image" Target="../media/image-14-235.png"/><Relationship Id="rId236" Type="http://schemas.openxmlformats.org/officeDocument/2006/relationships/image" Target="../media/image-14-236.png"/><Relationship Id="rId237" Type="http://schemas.openxmlformats.org/officeDocument/2006/relationships/image" Target="../media/image-14-237.png"/><Relationship Id="rId238" Type="http://schemas.openxmlformats.org/officeDocument/2006/relationships/image" Target="../media/image-14-238.png"/><Relationship Id="rId239" Type="http://schemas.openxmlformats.org/officeDocument/2006/relationships/image" Target="../media/image-14-239.png"/><Relationship Id="rId240" Type="http://schemas.openxmlformats.org/officeDocument/2006/relationships/image" Target="../media/image-14-240.png"/><Relationship Id="rId241" Type="http://schemas.openxmlformats.org/officeDocument/2006/relationships/image" Target="../media/image-14-241.png"/><Relationship Id="rId242" Type="http://schemas.openxmlformats.org/officeDocument/2006/relationships/image" Target="../media/image-14-242.png"/><Relationship Id="rId243" Type="http://schemas.openxmlformats.org/officeDocument/2006/relationships/image" Target="../media/image-14-243.png"/><Relationship Id="rId244" Type="http://schemas.openxmlformats.org/officeDocument/2006/relationships/image" Target="../media/image-14-244.png"/><Relationship Id="rId245" Type="http://schemas.openxmlformats.org/officeDocument/2006/relationships/image" Target="../media/image-14-245.png"/><Relationship Id="rId246" Type="http://schemas.openxmlformats.org/officeDocument/2006/relationships/image" Target="../media/image-14-246.png"/><Relationship Id="rId247" Type="http://schemas.openxmlformats.org/officeDocument/2006/relationships/image" Target="../media/image-14-247.png"/><Relationship Id="rId248" Type="http://schemas.openxmlformats.org/officeDocument/2006/relationships/image" Target="../media/image-14-248.png"/><Relationship Id="rId249" Type="http://schemas.openxmlformats.org/officeDocument/2006/relationships/image" Target="../media/image-14-249.png"/><Relationship Id="rId250" Type="http://schemas.openxmlformats.org/officeDocument/2006/relationships/image" Target="../media/image-14-250.png"/><Relationship Id="rId251" Type="http://schemas.openxmlformats.org/officeDocument/2006/relationships/image" Target="../media/image-14-251.png"/><Relationship Id="rId252" Type="http://schemas.openxmlformats.org/officeDocument/2006/relationships/image" Target="../media/image-14-252.png"/><Relationship Id="rId253" Type="http://schemas.openxmlformats.org/officeDocument/2006/relationships/image" Target="../media/image-14-253.png"/><Relationship Id="rId254" Type="http://schemas.openxmlformats.org/officeDocument/2006/relationships/image" Target="../media/image-14-254.png"/><Relationship Id="rId255" Type="http://schemas.openxmlformats.org/officeDocument/2006/relationships/image" Target="../media/image-14-255.png"/><Relationship Id="rId256" Type="http://schemas.openxmlformats.org/officeDocument/2006/relationships/image" Target="../media/image-14-256.png"/><Relationship Id="rId257" Type="http://schemas.openxmlformats.org/officeDocument/2006/relationships/image" Target="../media/image-14-257.png"/><Relationship Id="rId258" Type="http://schemas.openxmlformats.org/officeDocument/2006/relationships/image" Target="../media/image-14-258.png"/><Relationship Id="rId259" Type="http://schemas.openxmlformats.org/officeDocument/2006/relationships/image" Target="../media/image-14-259.png"/><Relationship Id="rId260" Type="http://schemas.openxmlformats.org/officeDocument/2006/relationships/image" Target="../media/image-14-260.png"/><Relationship Id="rId261" Type="http://schemas.openxmlformats.org/officeDocument/2006/relationships/image" Target="../media/image-14-261.png"/><Relationship Id="rId262" Type="http://schemas.openxmlformats.org/officeDocument/2006/relationships/image" Target="../media/image-14-262.png"/><Relationship Id="rId263" Type="http://schemas.openxmlformats.org/officeDocument/2006/relationships/image" Target="../media/image-14-263.png"/><Relationship Id="rId264" Type="http://schemas.openxmlformats.org/officeDocument/2006/relationships/image" Target="../media/image-14-264.png"/><Relationship Id="rId265" Type="http://schemas.openxmlformats.org/officeDocument/2006/relationships/image" Target="../media/image-14-265.png"/><Relationship Id="rId266" Type="http://schemas.openxmlformats.org/officeDocument/2006/relationships/image" Target="../media/image-14-266.png"/><Relationship Id="rId267" Type="http://schemas.openxmlformats.org/officeDocument/2006/relationships/image" Target="../media/image-14-267.png"/><Relationship Id="rId268" Type="http://schemas.openxmlformats.org/officeDocument/2006/relationships/image" Target="../media/image-14-268.png"/><Relationship Id="rId269" Type="http://schemas.openxmlformats.org/officeDocument/2006/relationships/image" Target="../media/image-14-269.png"/><Relationship Id="rId270" Type="http://schemas.openxmlformats.org/officeDocument/2006/relationships/image" Target="../media/image-14-270.png"/><Relationship Id="rId271" Type="http://schemas.openxmlformats.org/officeDocument/2006/relationships/image" Target="../media/image-14-271.png"/><Relationship Id="rId272" Type="http://schemas.openxmlformats.org/officeDocument/2006/relationships/image" Target="../media/image-14-272.png"/><Relationship Id="rId273" Type="http://schemas.openxmlformats.org/officeDocument/2006/relationships/image" Target="../media/image-14-273.png"/><Relationship Id="rId274" Type="http://schemas.openxmlformats.org/officeDocument/2006/relationships/image" Target="../media/image-14-274.png"/><Relationship Id="rId275" Type="http://schemas.openxmlformats.org/officeDocument/2006/relationships/image" Target="../media/image-14-275.png"/><Relationship Id="rId276" Type="http://schemas.openxmlformats.org/officeDocument/2006/relationships/image" Target="../media/image-14-276.png"/><Relationship Id="rId277" Type="http://schemas.openxmlformats.org/officeDocument/2006/relationships/image" Target="../media/image-14-277.png"/><Relationship Id="rId278" Type="http://schemas.openxmlformats.org/officeDocument/2006/relationships/image" Target="../media/image-14-278.png"/><Relationship Id="rId279" Type="http://schemas.openxmlformats.org/officeDocument/2006/relationships/image" Target="../media/image-14-279.png"/><Relationship Id="rId280" Type="http://schemas.openxmlformats.org/officeDocument/2006/relationships/image" Target="../media/image-14-280.png"/><Relationship Id="rId281" Type="http://schemas.openxmlformats.org/officeDocument/2006/relationships/image" Target="../media/image-14-281.png"/><Relationship Id="rId282" Type="http://schemas.openxmlformats.org/officeDocument/2006/relationships/image" Target="../media/image-14-282.png"/><Relationship Id="rId283" Type="http://schemas.openxmlformats.org/officeDocument/2006/relationships/image" Target="../media/image-14-283.png"/><Relationship Id="rId284" Type="http://schemas.openxmlformats.org/officeDocument/2006/relationships/image" Target="../media/image-14-284.png"/><Relationship Id="rId285" Type="http://schemas.openxmlformats.org/officeDocument/2006/relationships/image" Target="../media/image-14-285.png"/><Relationship Id="rId286" Type="http://schemas.openxmlformats.org/officeDocument/2006/relationships/image" Target="../media/image-14-286.png"/><Relationship Id="rId287" Type="http://schemas.openxmlformats.org/officeDocument/2006/relationships/image" Target="../media/image-14-287.png"/><Relationship Id="rId288" Type="http://schemas.openxmlformats.org/officeDocument/2006/relationships/image" Target="../media/image-14-288.png"/><Relationship Id="rId289" Type="http://schemas.openxmlformats.org/officeDocument/2006/relationships/image" Target="../media/image-14-289.png"/><Relationship Id="rId290" Type="http://schemas.openxmlformats.org/officeDocument/2006/relationships/image" Target="../media/image-14-290.png"/><Relationship Id="rId291" Type="http://schemas.openxmlformats.org/officeDocument/2006/relationships/image" Target="../media/image-14-291.png"/><Relationship Id="rId292" Type="http://schemas.openxmlformats.org/officeDocument/2006/relationships/image" Target="../media/image-14-292.png"/><Relationship Id="rId293" Type="http://schemas.openxmlformats.org/officeDocument/2006/relationships/image" Target="../media/image-14-293.png"/><Relationship Id="rId294" Type="http://schemas.openxmlformats.org/officeDocument/2006/relationships/image" Target="../media/image-14-294.png"/><Relationship Id="rId295" Type="http://schemas.openxmlformats.org/officeDocument/2006/relationships/image" Target="../media/image-14-295.png"/><Relationship Id="rId296" Type="http://schemas.openxmlformats.org/officeDocument/2006/relationships/image" Target="../media/image-14-296.png"/><Relationship Id="rId297" Type="http://schemas.openxmlformats.org/officeDocument/2006/relationships/image" Target="../media/image-14-297.png"/><Relationship Id="rId298" Type="http://schemas.openxmlformats.org/officeDocument/2006/relationships/image" Target="../media/image-14-298.png"/><Relationship Id="rId299" Type="http://schemas.openxmlformats.org/officeDocument/2006/relationships/image" Target="../media/image-14-299.png"/><Relationship Id="rId300" Type="http://schemas.openxmlformats.org/officeDocument/2006/relationships/image" Target="../media/image-14-300.png"/><Relationship Id="rId301" Type="http://schemas.openxmlformats.org/officeDocument/2006/relationships/image" Target="../media/image-14-301.png"/><Relationship Id="rId302" Type="http://schemas.openxmlformats.org/officeDocument/2006/relationships/image" Target="../media/image-14-302.png"/><Relationship Id="rId303" Type="http://schemas.openxmlformats.org/officeDocument/2006/relationships/image" Target="../media/image-14-303.png"/><Relationship Id="rId304" Type="http://schemas.openxmlformats.org/officeDocument/2006/relationships/image" Target="../media/image-14-304.png"/><Relationship Id="rId305" Type="http://schemas.openxmlformats.org/officeDocument/2006/relationships/image" Target="../media/image-14-305.png"/><Relationship Id="rId306" Type="http://schemas.openxmlformats.org/officeDocument/2006/relationships/image" Target="../media/image-14-306.png"/><Relationship Id="rId307" Type="http://schemas.openxmlformats.org/officeDocument/2006/relationships/image" Target="../media/image-14-307.png"/><Relationship Id="rId308" Type="http://schemas.openxmlformats.org/officeDocument/2006/relationships/image" Target="../media/image-14-308.png"/><Relationship Id="rId309" Type="http://schemas.openxmlformats.org/officeDocument/2006/relationships/image" Target="../media/image-14-309.png"/><Relationship Id="rId310" Type="http://schemas.openxmlformats.org/officeDocument/2006/relationships/image" Target="../media/image-14-310.png"/><Relationship Id="rId311" Type="http://schemas.openxmlformats.org/officeDocument/2006/relationships/image" Target="../media/image-14-311.png"/><Relationship Id="rId312" Type="http://schemas.openxmlformats.org/officeDocument/2006/relationships/image" Target="../media/image-14-312.png"/><Relationship Id="rId313" Type="http://schemas.openxmlformats.org/officeDocument/2006/relationships/image" Target="../media/image-14-313.png"/><Relationship Id="rId314" Type="http://schemas.openxmlformats.org/officeDocument/2006/relationships/image" Target="../media/image-14-314.png"/><Relationship Id="rId315" Type="http://schemas.openxmlformats.org/officeDocument/2006/relationships/image" Target="../media/image-14-315.png"/><Relationship Id="rId316" Type="http://schemas.openxmlformats.org/officeDocument/2006/relationships/image" Target="../media/image-14-316.png"/><Relationship Id="rId317" Type="http://schemas.openxmlformats.org/officeDocument/2006/relationships/image" Target="../media/image-14-317.png"/><Relationship Id="rId318" Type="http://schemas.openxmlformats.org/officeDocument/2006/relationships/image" Target="../media/image-14-318.png"/><Relationship Id="rId319" Type="http://schemas.openxmlformats.org/officeDocument/2006/relationships/image" Target="../media/image-14-319.png"/><Relationship Id="rId320" Type="http://schemas.openxmlformats.org/officeDocument/2006/relationships/image" Target="../media/image-14-320.png"/><Relationship Id="rId321" Type="http://schemas.openxmlformats.org/officeDocument/2006/relationships/image" Target="../media/image-14-321.png"/><Relationship Id="rId322" Type="http://schemas.openxmlformats.org/officeDocument/2006/relationships/image" Target="../media/image-14-322.png"/><Relationship Id="rId323" Type="http://schemas.openxmlformats.org/officeDocument/2006/relationships/image" Target="../media/image-14-323.png"/><Relationship Id="rId324" Type="http://schemas.openxmlformats.org/officeDocument/2006/relationships/image" Target="../media/image-14-324.png"/><Relationship Id="rId325" Type="http://schemas.openxmlformats.org/officeDocument/2006/relationships/image" Target="../media/image-14-325.png"/><Relationship Id="rId326" Type="http://schemas.openxmlformats.org/officeDocument/2006/relationships/image" Target="../media/image-14-326.png"/><Relationship Id="rId327" Type="http://schemas.openxmlformats.org/officeDocument/2006/relationships/image" Target="../media/image-14-327.png"/><Relationship Id="rId328" Type="http://schemas.openxmlformats.org/officeDocument/2006/relationships/image" Target="../media/image-14-328.png"/><Relationship Id="rId329" Type="http://schemas.openxmlformats.org/officeDocument/2006/relationships/image" Target="../media/image-14-329.png"/><Relationship Id="rId330" Type="http://schemas.openxmlformats.org/officeDocument/2006/relationships/image" Target="../media/image-14-330.png"/><Relationship Id="rId331" Type="http://schemas.openxmlformats.org/officeDocument/2006/relationships/image" Target="../media/image-14-331.png"/><Relationship Id="rId332" Type="http://schemas.openxmlformats.org/officeDocument/2006/relationships/image" Target="../media/image-14-332.png"/><Relationship Id="rId333" Type="http://schemas.openxmlformats.org/officeDocument/2006/relationships/image" Target="../media/image-14-333.png"/><Relationship Id="rId334" Type="http://schemas.openxmlformats.org/officeDocument/2006/relationships/image" Target="../media/image-14-334.png"/><Relationship Id="rId335" Type="http://schemas.openxmlformats.org/officeDocument/2006/relationships/image" Target="../media/image-14-335.png"/><Relationship Id="rId336" Type="http://schemas.openxmlformats.org/officeDocument/2006/relationships/image" Target="../media/image-14-336.png"/><Relationship Id="rId337" Type="http://schemas.openxmlformats.org/officeDocument/2006/relationships/image" Target="../media/image-14-337.png"/><Relationship Id="rId338" Type="http://schemas.openxmlformats.org/officeDocument/2006/relationships/image" Target="../media/image-14-338.png"/><Relationship Id="rId339" Type="http://schemas.openxmlformats.org/officeDocument/2006/relationships/image" Target="../media/image-14-339.png"/><Relationship Id="rId340" Type="http://schemas.openxmlformats.org/officeDocument/2006/relationships/image" Target="../media/image-14-340.png"/><Relationship Id="rId341" Type="http://schemas.openxmlformats.org/officeDocument/2006/relationships/image" Target="../media/image-14-341.png"/><Relationship Id="rId342" Type="http://schemas.openxmlformats.org/officeDocument/2006/relationships/image" Target="../media/image-14-342.png"/><Relationship Id="rId343" Type="http://schemas.openxmlformats.org/officeDocument/2006/relationships/image" Target="../media/image-14-343.png"/><Relationship Id="rId344" Type="http://schemas.openxmlformats.org/officeDocument/2006/relationships/image" Target="../media/image-14-344.png"/><Relationship Id="rId345" Type="http://schemas.openxmlformats.org/officeDocument/2006/relationships/image" Target="../media/image-14-345.png"/><Relationship Id="rId346" Type="http://schemas.openxmlformats.org/officeDocument/2006/relationships/image" Target="../media/image-14-346.png"/><Relationship Id="rId347" Type="http://schemas.openxmlformats.org/officeDocument/2006/relationships/image" Target="../media/image-14-347.png"/><Relationship Id="rId348" Type="http://schemas.openxmlformats.org/officeDocument/2006/relationships/image" Target="../media/image-14-348.png"/><Relationship Id="rId349" Type="http://schemas.openxmlformats.org/officeDocument/2006/relationships/image" Target="../media/image-14-349.png"/><Relationship Id="rId350" Type="http://schemas.openxmlformats.org/officeDocument/2006/relationships/image" Target="../media/image-14-350.png"/><Relationship Id="rId351" Type="http://schemas.openxmlformats.org/officeDocument/2006/relationships/image" Target="../media/image-14-351.png"/><Relationship Id="rId352" Type="http://schemas.openxmlformats.org/officeDocument/2006/relationships/image" Target="../media/image-14-352.png"/><Relationship Id="rId353" Type="http://schemas.openxmlformats.org/officeDocument/2006/relationships/image" Target="../media/image-14-353.png"/><Relationship Id="rId354" Type="http://schemas.openxmlformats.org/officeDocument/2006/relationships/image" Target="../media/image-14-354.png"/><Relationship Id="rId355" Type="http://schemas.openxmlformats.org/officeDocument/2006/relationships/image" Target="../media/image-14-355.png"/><Relationship Id="rId356" Type="http://schemas.openxmlformats.org/officeDocument/2006/relationships/image" Target="../media/image-14-356.png"/><Relationship Id="rId357" Type="http://schemas.openxmlformats.org/officeDocument/2006/relationships/image" Target="../media/image-14-357.png"/><Relationship Id="rId358" Type="http://schemas.openxmlformats.org/officeDocument/2006/relationships/image" Target="../media/image-14-358.png"/><Relationship Id="rId359" Type="http://schemas.openxmlformats.org/officeDocument/2006/relationships/image" Target="../media/image-14-359.png"/><Relationship Id="rId360" Type="http://schemas.openxmlformats.org/officeDocument/2006/relationships/image" Target="../media/image-14-360.png"/><Relationship Id="rId361" Type="http://schemas.openxmlformats.org/officeDocument/2006/relationships/image" Target="../media/image-14-361.png"/><Relationship Id="rId362" Type="http://schemas.openxmlformats.org/officeDocument/2006/relationships/image" Target="../media/image-14-362.png"/><Relationship Id="rId363" Type="http://schemas.openxmlformats.org/officeDocument/2006/relationships/image" Target="../media/image-14-363.png"/><Relationship Id="rId364" Type="http://schemas.openxmlformats.org/officeDocument/2006/relationships/image" Target="../media/image-14-364.png"/><Relationship Id="rId365" Type="http://schemas.openxmlformats.org/officeDocument/2006/relationships/image" Target="../media/image-14-365.png"/><Relationship Id="rId366" Type="http://schemas.openxmlformats.org/officeDocument/2006/relationships/image" Target="../media/image-14-366.png"/><Relationship Id="rId367" Type="http://schemas.openxmlformats.org/officeDocument/2006/relationships/image" Target="../media/image-14-367.png"/><Relationship Id="rId368" Type="http://schemas.openxmlformats.org/officeDocument/2006/relationships/image" Target="../media/image-14-368.png"/><Relationship Id="rId369" Type="http://schemas.openxmlformats.org/officeDocument/2006/relationships/image" Target="../media/image-14-369.png"/><Relationship Id="rId370" Type="http://schemas.openxmlformats.org/officeDocument/2006/relationships/image" Target="../media/image-14-370.png"/><Relationship Id="rId371" Type="http://schemas.openxmlformats.org/officeDocument/2006/relationships/image" Target="../media/image-14-371.png"/><Relationship Id="rId372" Type="http://schemas.openxmlformats.org/officeDocument/2006/relationships/image" Target="../media/image-14-372.png"/><Relationship Id="rId373" Type="http://schemas.openxmlformats.org/officeDocument/2006/relationships/image" Target="../media/image-14-373.png"/><Relationship Id="rId374" Type="http://schemas.openxmlformats.org/officeDocument/2006/relationships/image" Target="../media/image-14-374.png"/><Relationship Id="rId375" Type="http://schemas.openxmlformats.org/officeDocument/2006/relationships/image" Target="../media/image-14-375.png"/><Relationship Id="rId376" Type="http://schemas.openxmlformats.org/officeDocument/2006/relationships/image" Target="../media/image-14-376.png"/><Relationship Id="rId377" Type="http://schemas.openxmlformats.org/officeDocument/2006/relationships/image" Target="../media/image-14-377.png"/><Relationship Id="rId378" Type="http://schemas.openxmlformats.org/officeDocument/2006/relationships/image" Target="../media/image-14-378.png"/><Relationship Id="rId379" Type="http://schemas.openxmlformats.org/officeDocument/2006/relationships/image" Target="../media/image-14-379.png"/><Relationship Id="rId380" Type="http://schemas.openxmlformats.org/officeDocument/2006/relationships/image" Target="../media/image-14-380.png"/><Relationship Id="rId381" Type="http://schemas.openxmlformats.org/officeDocument/2006/relationships/image" Target="../media/image-14-381.png"/><Relationship Id="rId382" Type="http://schemas.openxmlformats.org/officeDocument/2006/relationships/image" Target="../media/image-14-382.png"/><Relationship Id="rId383" Type="http://schemas.openxmlformats.org/officeDocument/2006/relationships/image" Target="../media/image-14-383.png"/><Relationship Id="rId384" Type="http://schemas.openxmlformats.org/officeDocument/2006/relationships/image" Target="../media/image-14-384.png"/><Relationship Id="rId385" Type="http://schemas.openxmlformats.org/officeDocument/2006/relationships/image" Target="../media/image-14-385.png"/><Relationship Id="rId386" Type="http://schemas.openxmlformats.org/officeDocument/2006/relationships/image" Target="../media/image-14-386.png"/><Relationship Id="rId387" Type="http://schemas.openxmlformats.org/officeDocument/2006/relationships/image" Target="../media/image-14-387.png"/><Relationship Id="rId388" Type="http://schemas.openxmlformats.org/officeDocument/2006/relationships/image" Target="../media/image-14-388.png"/><Relationship Id="rId389" Type="http://schemas.openxmlformats.org/officeDocument/2006/relationships/image" Target="../media/image-14-389.png"/><Relationship Id="rId390" Type="http://schemas.openxmlformats.org/officeDocument/2006/relationships/image" Target="../media/image-14-390.png"/><Relationship Id="rId391" Type="http://schemas.openxmlformats.org/officeDocument/2006/relationships/image" Target="../media/image-14-391.png"/><Relationship Id="rId392" Type="http://schemas.openxmlformats.org/officeDocument/2006/relationships/image" Target="../media/image-14-392.png"/><Relationship Id="rId393" Type="http://schemas.openxmlformats.org/officeDocument/2006/relationships/image" Target="../media/image-14-393.png"/><Relationship Id="rId394" Type="http://schemas.openxmlformats.org/officeDocument/2006/relationships/image" Target="../media/image-14-394.png"/><Relationship Id="rId395" Type="http://schemas.openxmlformats.org/officeDocument/2006/relationships/image" Target="../media/image-14-395.png"/><Relationship Id="rId396" Type="http://schemas.openxmlformats.org/officeDocument/2006/relationships/image" Target="../media/image-14-396.png"/><Relationship Id="rId397" Type="http://schemas.openxmlformats.org/officeDocument/2006/relationships/image" Target="../media/image-14-397.png"/><Relationship Id="rId398" Type="http://schemas.openxmlformats.org/officeDocument/2006/relationships/image" Target="../media/image-14-398.png"/><Relationship Id="rId399" Type="http://schemas.openxmlformats.org/officeDocument/2006/relationships/image" Target="../media/image-14-399.png"/><Relationship Id="rId400" Type="http://schemas.openxmlformats.org/officeDocument/2006/relationships/image" Target="../media/image-14-400.png"/><Relationship Id="rId401" Type="http://schemas.openxmlformats.org/officeDocument/2006/relationships/image" Target="../media/image-14-401.png"/><Relationship Id="rId402" Type="http://schemas.openxmlformats.org/officeDocument/2006/relationships/image" Target="../media/image-14-402.png"/><Relationship Id="rId403" Type="http://schemas.openxmlformats.org/officeDocument/2006/relationships/image" Target="../media/image-14-403.png"/><Relationship Id="rId404" Type="http://schemas.openxmlformats.org/officeDocument/2006/relationships/image" Target="../media/image-14-404.png"/><Relationship Id="rId405" Type="http://schemas.openxmlformats.org/officeDocument/2006/relationships/image" Target="../media/image-14-405.png"/><Relationship Id="rId406" Type="http://schemas.openxmlformats.org/officeDocument/2006/relationships/image" Target="../media/image-14-406.png"/><Relationship Id="rId407" Type="http://schemas.openxmlformats.org/officeDocument/2006/relationships/image" Target="../media/image-14-407.png"/><Relationship Id="rId408" Type="http://schemas.openxmlformats.org/officeDocument/2006/relationships/image" Target="../media/image-14-408.png"/><Relationship Id="rId409" Type="http://schemas.openxmlformats.org/officeDocument/2006/relationships/image" Target="../media/image-14-409.png"/><Relationship Id="rId410" Type="http://schemas.openxmlformats.org/officeDocument/2006/relationships/image" Target="../media/image-14-410.png"/><Relationship Id="rId411" Type="http://schemas.openxmlformats.org/officeDocument/2006/relationships/image" Target="../media/image-14-411.png"/><Relationship Id="rId412" Type="http://schemas.openxmlformats.org/officeDocument/2006/relationships/image" Target="../media/image-14-412.png"/><Relationship Id="rId413" Type="http://schemas.openxmlformats.org/officeDocument/2006/relationships/image" Target="../media/image-14-413.png"/><Relationship Id="rId414" Type="http://schemas.openxmlformats.org/officeDocument/2006/relationships/image" Target="../media/image-14-414.png"/><Relationship Id="rId415" Type="http://schemas.openxmlformats.org/officeDocument/2006/relationships/image" Target="../media/image-14-415.png"/><Relationship Id="rId416" Type="http://schemas.openxmlformats.org/officeDocument/2006/relationships/image" Target="../media/image-14-416.png"/><Relationship Id="rId417" Type="http://schemas.openxmlformats.org/officeDocument/2006/relationships/image" Target="../media/image-14-417.png"/><Relationship Id="rId418" Type="http://schemas.openxmlformats.org/officeDocument/2006/relationships/image" Target="../media/image-14-418.png"/><Relationship Id="rId419" Type="http://schemas.openxmlformats.org/officeDocument/2006/relationships/image" Target="../media/image-14-419.png"/><Relationship Id="rId420" Type="http://schemas.openxmlformats.org/officeDocument/2006/relationships/image" Target="../media/image-14-420.png"/><Relationship Id="rId421" Type="http://schemas.openxmlformats.org/officeDocument/2006/relationships/image" Target="../media/image-14-421.png"/><Relationship Id="rId422" Type="http://schemas.openxmlformats.org/officeDocument/2006/relationships/image" Target="../media/image-14-422.png"/><Relationship Id="rId423" Type="http://schemas.openxmlformats.org/officeDocument/2006/relationships/image" Target="../media/image-14-423.png"/><Relationship Id="rId424" Type="http://schemas.openxmlformats.org/officeDocument/2006/relationships/image" Target="../media/image-14-424.png"/><Relationship Id="rId425" Type="http://schemas.openxmlformats.org/officeDocument/2006/relationships/image" Target="../media/image-14-425.png"/><Relationship Id="rId426" Type="http://schemas.openxmlformats.org/officeDocument/2006/relationships/image" Target="../media/image-14-426.png"/><Relationship Id="rId427" Type="http://schemas.openxmlformats.org/officeDocument/2006/relationships/image" Target="../media/image-14-427.png"/><Relationship Id="rId428" Type="http://schemas.openxmlformats.org/officeDocument/2006/relationships/image" Target="../media/image-14-428.png"/><Relationship Id="rId429" Type="http://schemas.openxmlformats.org/officeDocument/2006/relationships/image" Target="../media/image-14-429.png"/><Relationship Id="rId430" Type="http://schemas.openxmlformats.org/officeDocument/2006/relationships/image" Target="../media/image-14-430.png"/><Relationship Id="rId431" Type="http://schemas.openxmlformats.org/officeDocument/2006/relationships/image" Target="../media/image-14-431.png"/><Relationship Id="rId432" Type="http://schemas.openxmlformats.org/officeDocument/2006/relationships/image" Target="../media/image-14-432.png"/><Relationship Id="rId433" Type="http://schemas.openxmlformats.org/officeDocument/2006/relationships/image" Target="../media/image-14-433.png"/><Relationship Id="rId434" Type="http://schemas.openxmlformats.org/officeDocument/2006/relationships/image" Target="../media/image-14-434.png"/><Relationship Id="rId435" Type="http://schemas.openxmlformats.org/officeDocument/2006/relationships/image" Target="../media/image-14-435.png"/><Relationship Id="rId436" Type="http://schemas.openxmlformats.org/officeDocument/2006/relationships/image" Target="../media/image-14-436.png"/><Relationship Id="rId437" Type="http://schemas.openxmlformats.org/officeDocument/2006/relationships/image" Target="../media/image-14-437.png"/><Relationship Id="rId438" Type="http://schemas.openxmlformats.org/officeDocument/2006/relationships/image" Target="../media/image-14-438.png"/><Relationship Id="rId439" Type="http://schemas.openxmlformats.org/officeDocument/2006/relationships/image" Target="../media/image-14-439.png"/><Relationship Id="rId440" Type="http://schemas.openxmlformats.org/officeDocument/2006/relationships/image" Target="../media/image-14-440.png"/><Relationship Id="rId441" Type="http://schemas.openxmlformats.org/officeDocument/2006/relationships/image" Target="../media/image-14-441.png"/><Relationship Id="rId442" Type="http://schemas.openxmlformats.org/officeDocument/2006/relationships/image" Target="../media/image-14-442.png"/><Relationship Id="rId443" Type="http://schemas.openxmlformats.org/officeDocument/2006/relationships/image" Target="../media/image-14-443.png"/><Relationship Id="rId444" Type="http://schemas.openxmlformats.org/officeDocument/2006/relationships/image" Target="../media/image-14-444.png"/><Relationship Id="rId445" Type="http://schemas.openxmlformats.org/officeDocument/2006/relationships/image" Target="../media/image-14-445.png"/><Relationship Id="rId446" Type="http://schemas.openxmlformats.org/officeDocument/2006/relationships/image" Target="../media/image-14-446.png"/><Relationship Id="rId447" Type="http://schemas.openxmlformats.org/officeDocument/2006/relationships/image" Target="../media/image-14-447.png"/><Relationship Id="rId448" Type="http://schemas.openxmlformats.org/officeDocument/2006/relationships/image" Target="../media/image-14-448.png"/><Relationship Id="rId449" Type="http://schemas.openxmlformats.org/officeDocument/2006/relationships/image" Target="../media/image-14-449.png"/><Relationship Id="rId450" Type="http://schemas.openxmlformats.org/officeDocument/2006/relationships/image" Target="../media/image-14-450.png"/><Relationship Id="rId451" Type="http://schemas.openxmlformats.org/officeDocument/2006/relationships/image" Target="../media/image-14-451.png"/><Relationship Id="rId452" Type="http://schemas.openxmlformats.org/officeDocument/2006/relationships/image" Target="../media/image-14-452.png"/><Relationship Id="rId453" Type="http://schemas.openxmlformats.org/officeDocument/2006/relationships/image" Target="../media/image-14-453.png"/><Relationship Id="rId454" Type="http://schemas.openxmlformats.org/officeDocument/2006/relationships/image" Target="../media/image-14-454.png"/><Relationship Id="rId455" Type="http://schemas.openxmlformats.org/officeDocument/2006/relationships/image" Target="../media/image-14-455.png"/><Relationship Id="rId456" Type="http://schemas.openxmlformats.org/officeDocument/2006/relationships/image" Target="../media/image-14-456.png"/><Relationship Id="rId457" Type="http://schemas.openxmlformats.org/officeDocument/2006/relationships/image" Target="../media/image-14-457.png"/><Relationship Id="rId458" Type="http://schemas.openxmlformats.org/officeDocument/2006/relationships/image" Target="../media/image-14-458.png"/><Relationship Id="rId459" Type="http://schemas.openxmlformats.org/officeDocument/2006/relationships/image" Target="../media/image-14-459.png"/><Relationship Id="rId460" Type="http://schemas.openxmlformats.org/officeDocument/2006/relationships/image" Target="../media/image-14-460.png"/><Relationship Id="rId461" Type="http://schemas.openxmlformats.org/officeDocument/2006/relationships/image" Target="../media/image-14-461.png"/><Relationship Id="rId462" Type="http://schemas.openxmlformats.org/officeDocument/2006/relationships/image" Target="../media/image-14-462.png"/><Relationship Id="rId463" Type="http://schemas.openxmlformats.org/officeDocument/2006/relationships/image" Target="../media/image-14-463.png"/><Relationship Id="rId464" Type="http://schemas.openxmlformats.org/officeDocument/2006/relationships/image" Target="../media/image-14-464.png"/><Relationship Id="rId465" Type="http://schemas.openxmlformats.org/officeDocument/2006/relationships/image" Target="../media/image-14-465.png"/><Relationship Id="rId466" Type="http://schemas.openxmlformats.org/officeDocument/2006/relationships/image" Target="../media/image-14-466.png"/><Relationship Id="rId467" Type="http://schemas.openxmlformats.org/officeDocument/2006/relationships/image" Target="../media/image-14-467.png"/><Relationship Id="rId468" Type="http://schemas.openxmlformats.org/officeDocument/2006/relationships/image" Target="../media/image-14-468.png"/><Relationship Id="rId469" Type="http://schemas.openxmlformats.org/officeDocument/2006/relationships/image" Target="../media/image-14-469.png"/><Relationship Id="rId470" Type="http://schemas.openxmlformats.org/officeDocument/2006/relationships/image" Target="../media/image-14-470.png"/><Relationship Id="rId471" Type="http://schemas.openxmlformats.org/officeDocument/2006/relationships/image" Target="../media/image-14-471.png"/><Relationship Id="rId472" Type="http://schemas.openxmlformats.org/officeDocument/2006/relationships/image" Target="../media/image-14-472.png"/><Relationship Id="rId473" Type="http://schemas.openxmlformats.org/officeDocument/2006/relationships/image" Target="../media/image-14-473.png"/><Relationship Id="rId474" Type="http://schemas.openxmlformats.org/officeDocument/2006/relationships/image" Target="../media/image-14-474.png"/><Relationship Id="rId475" Type="http://schemas.openxmlformats.org/officeDocument/2006/relationships/image" Target="../media/image-14-475.png"/><Relationship Id="rId476" Type="http://schemas.openxmlformats.org/officeDocument/2006/relationships/image" Target="../media/image-14-476.png"/><Relationship Id="rId477" Type="http://schemas.openxmlformats.org/officeDocument/2006/relationships/image" Target="../media/image-14-477.png"/><Relationship Id="rId478" Type="http://schemas.openxmlformats.org/officeDocument/2006/relationships/image" Target="../media/image-14-478.png"/><Relationship Id="rId479" Type="http://schemas.openxmlformats.org/officeDocument/2006/relationships/image" Target="../media/image-14-479.png"/><Relationship Id="rId480" Type="http://schemas.openxmlformats.org/officeDocument/2006/relationships/image" Target="../media/image-14-480.png"/><Relationship Id="rId481" Type="http://schemas.openxmlformats.org/officeDocument/2006/relationships/image" Target="../media/image-14-481.png"/><Relationship Id="rId482" Type="http://schemas.openxmlformats.org/officeDocument/2006/relationships/image" Target="../media/image-14-482.png"/><Relationship Id="rId483" Type="http://schemas.openxmlformats.org/officeDocument/2006/relationships/image" Target="../media/image-14-483.png"/><Relationship Id="rId484" Type="http://schemas.openxmlformats.org/officeDocument/2006/relationships/image" Target="../media/image-14-484.png"/><Relationship Id="rId485" Type="http://schemas.openxmlformats.org/officeDocument/2006/relationships/image" Target="../media/image-14-485.png"/><Relationship Id="rId486" Type="http://schemas.openxmlformats.org/officeDocument/2006/relationships/image" Target="../media/image-14-486.png"/><Relationship Id="rId487" Type="http://schemas.openxmlformats.org/officeDocument/2006/relationships/image" Target="../media/image-14-487.png"/><Relationship Id="rId488" Type="http://schemas.openxmlformats.org/officeDocument/2006/relationships/image" Target="../media/image-14-488.png"/><Relationship Id="rId489" Type="http://schemas.openxmlformats.org/officeDocument/2006/relationships/image" Target="../media/image-14-489.png"/><Relationship Id="rId490" Type="http://schemas.openxmlformats.org/officeDocument/2006/relationships/image" Target="../media/image-14-490.png"/><Relationship Id="rId491" Type="http://schemas.openxmlformats.org/officeDocument/2006/relationships/image" Target="../media/image-14-491.png"/><Relationship Id="rId492" Type="http://schemas.openxmlformats.org/officeDocument/2006/relationships/image" Target="../media/image-14-492.png"/><Relationship Id="rId493" Type="http://schemas.openxmlformats.org/officeDocument/2006/relationships/image" Target="../media/image-14-493.png"/><Relationship Id="rId494" Type="http://schemas.openxmlformats.org/officeDocument/2006/relationships/image" Target="../media/image-14-494.png"/><Relationship Id="rId495" Type="http://schemas.openxmlformats.org/officeDocument/2006/relationships/image" Target="../media/image-14-495.png"/><Relationship Id="rId496" Type="http://schemas.openxmlformats.org/officeDocument/2006/relationships/image" Target="../media/image-14-496.png"/><Relationship Id="rId497" Type="http://schemas.openxmlformats.org/officeDocument/2006/relationships/image" Target="../media/image-14-497.png"/><Relationship Id="rId498" Type="http://schemas.openxmlformats.org/officeDocument/2006/relationships/image" Target="../media/image-14-498.png"/><Relationship Id="rId499" Type="http://schemas.openxmlformats.org/officeDocument/2006/relationships/image" Target="../media/image-14-499.png"/><Relationship Id="rId500" Type="http://schemas.openxmlformats.org/officeDocument/2006/relationships/image" Target="../media/image-14-500.png"/><Relationship Id="rId501" Type="http://schemas.openxmlformats.org/officeDocument/2006/relationships/image" Target="../media/image-14-501.png"/><Relationship Id="rId502" Type="http://schemas.openxmlformats.org/officeDocument/2006/relationships/image" Target="../media/image-14-502.png"/><Relationship Id="rId503" Type="http://schemas.openxmlformats.org/officeDocument/2006/relationships/image" Target="../media/image-14-503.png"/><Relationship Id="rId504" Type="http://schemas.openxmlformats.org/officeDocument/2006/relationships/image" Target="../media/image-14-504.png"/><Relationship Id="rId505" Type="http://schemas.openxmlformats.org/officeDocument/2006/relationships/image" Target="../media/image-14-505.png"/><Relationship Id="rId506" Type="http://schemas.openxmlformats.org/officeDocument/2006/relationships/image" Target="../media/image-14-506.png"/><Relationship Id="rId507" Type="http://schemas.openxmlformats.org/officeDocument/2006/relationships/image" Target="../media/image-14-507.png"/><Relationship Id="rId508" Type="http://schemas.openxmlformats.org/officeDocument/2006/relationships/image" Target="../media/image-14-508.png"/><Relationship Id="rId509" Type="http://schemas.openxmlformats.org/officeDocument/2006/relationships/image" Target="../media/image-14-509.png"/><Relationship Id="rId510" Type="http://schemas.openxmlformats.org/officeDocument/2006/relationships/image" Target="../media/image-14-510.png"/><Relationship Id="rId511" Type="http://schemas.openxmlformats.org/officeDocument/2006/relationships/image" Target="../media/image-14-511.png"/><Relationship Id="rId512" Type="http://schemas.openxmlformats.org/officeDocument/2006/relationships/image" Target="../media/image-14-512.png"/><Relationship Id="rId513" Type="http://schemas.openxmlformats.org/officeDocument/2006/relationships/image" Target="../media/image-14-513.png"/><Relationship Id="rId514" Type="http://schemas.openxmlformats.org/officeDocument/2006/relationships/image" Target="../media/image-14-514.png"/><Relationship Id="rId515" Type="http://schemas.openxmlformats.org/officeDocument/2006/relationships/image" Target="../media/image-14-515.png"/><Relationship Id="rId516" Type="http://schemas.openxmlformats.org/officeDocument/2006/relationships/image" Target="../media/image-14-516.png"/><Relationship Id="rId517" Type="http://schemas.openxmlformats.org/officeDocument/2006/relationships/image" Target="../media/image-14-517.png"/><Relationship Id="rId518" Type="http://schemas.openxmlformats.org/officeDocument/2006/relationships/image" Target="../media/image-14-518.png"/><Relationship Id="rId519" Type="http://schemas.openxmlformats.org/officeDocument/2006/relationships/image" Target="../media/image-14-519.png"/><Relationship Id="rId520" Type="http://schemas.openxmlformats.org/officeDocument/2006/relationships/image" Target="../media/image-14-520.png"/><Relationship Id="rId521" Type="http://schemas.openxmlformats.org/officeDocument/2006/relationships/image" Target="../media/image-14-521.png"/><Relationship Id="rId522" Type="http://schemas.openxmlformats.org/officeDocument/2006/relationships/image" Target="../media/image-14-522.png"/><Relationship Id="rId523" Type="http://schemas.openxmlformats.org/officeDocument/2006/relationships/image" Target="../media/image-14-523.png"/><Relationship Id="rId524" Type="http://schemas.openxmlformats.org/officeDocument/2006/relationships/image" Target="../media/image-14-524.png"/><Relationship Id="rId525" Type="http://schemas.openxmlformats.org/officeDocument/2006/relationships/image" Target="../media/image-14-525.png"/><Relationship Id="rId526" Type="http://schemas.openxmlformats.org/officeDocument/2006/relationships/image" Target="../media/image-14-526.png"/><Relationship Id="rId527" Type="http://schemas.openxmlformats.org/officeDocument/2006/relationships/image" Target="../media/image-14-527.png"/><Relationship Id="rId528" Type="http://schemas.openxmlformats.org/officeDocument/2006/relationships/image" Target="../media/image-14-528.png"/><Relationship Id="rId529" Type="http://schemas.openxmlformats.org/officeDocument/2006/relationships/image" Target="../media/image-14-529.png"/><Relationship Id="rId530" Type="http://schemas.openxmlformats.org/officeDocument/2006/relationships/image" Target="../media/image-14-530.png"/><Relationship Id="rId531" Type="http://schemas.openxmlformats.org/officeDocument/2006/relationships/image" Target="../media/image-14-531.png"/><Relationship Id="rId532" Type="http://schemas.openxmlformats.org/officeDocument/2006/relationships/image" Target="../media/image-14-532.png"/><Relationship Id="rId533" Type="http://schemas.openxmlformats.org/officeDocument/2006/relationships/image" Target="../media/image-14-533.png"/><Relationship Id="rId534" Type="http://schemas.openxmlformats.org/officeDocument/2006/relationships/image" Target="../media/image-14-534.png"/><Relationship Id="rId535" Type="http://schemas.openxmlformats.org/officeDocument/2006/relationships/image" Target="../media/image-14-535.png"/><Relationship Id="rId536" Type="http://schemas.openxmlformats.org/officeDocument/2006/relationships/image" Target="../media/image-14-536.png"/><Relationship Id="rId537" Type="http://schemas.openxmlformats.org/officeDocument/2006/relationships/image" Target="../media/image-14-537.png"/><Relationship Id="rId538" Type="http://schemas.openxmlformats.org/officeDocument/2006/relationships/image" Target="../media/image-14-538.png"/><Relationship Id="rId539" Type="http://schemas.openxmlformats.org/officeDocument/2006/relationships/image" Target="../media/image-14-539.png"/><Relationship Id="rId540" Type="http://schemas.openxmlformats.org/officeDocument/2006/relationships/image" Target="../media/image-14-540.png"/><Relationship Id="rId541" Type="http://schemas.openxmlformats.org/officeDocument/2006/relationships/image" Target="../media/image-14-541.png"/><Relationship Id="rId542" Type="http://schemas.openxmlformats.org/officeDocument/2006/relationships/image" Target="../media/image-14-542.png"/><Relationship Id="rId543" Type="http://schemas.openxmlformats.org/officeDocument/2006/relationships/image" Target="../media/image-14-543.png"/><Relationship Id="rId544" Type="http://schemas.openxmlformats.org/officeDocument/2006/relationships/image" Target="../media/image-14-544.png"/><Relationship Id="rId545" Type="http://schemas.openxmlformats.org/officeDocument/2006/relationships/image" Target="../media/image-14-545.png"/><Relationship Id="rId546" Type="http://schemas.openxmlformats.org/officeDocument/2006/relationships/image" Target="../media/image-14-546.png"/><Relationship Id="rId547" Type="http://schemas.openxmlformats.org/officeDocument/2006/relationships/image" Target="../media/image-14-547.png"/><Relationship Id="rId548" Type="http://schemas.openxmlformats.org/officeDocument/2006/relationships/image" Target="../media/image-14-548.png"/><Relationship Id="rId549" Type="http://schemas.openxmlformats.org/officeDocument/2006/relationships/image" Target="../media/image-14-549.png"/><Relationship Id="rId550" Type="http://schemas.openxmlformats.org/officeDocument/2006/relationships/image" Target="../media/image-14-550.png"/><Relationship Id="rId551" Type="http://schemas.openxmlformats.org/officeDocument/2006/relationships/image" Target="../media/image-14-551.png"/><Relationship Id="rId552" Type="http://schemas.openxmlformats.org/officeDocument/2006/relationships/image" Target="../media/image-14-552.png"/><Relationship Id="rId553" Type="http://schemas.openxmlformats.org/officeDocument/2006/relationships/image" Target="../media/image-14-553.png"/><Relationship Id="rId554" Type="http://schemas.openxmlformats.org/officeDocument/2006/relationships/image" Target="../media/image-14-554.png"/><Relationship Id="rId555" Type="http://schemas.openxmlformats.org/officeDocument/2006/relationships/image" Target="../media/image-14-555.png"/><Relationship Id="rId556" Type="http://schemas.openxmlformats.org/officeDocument/2006/relationships/image" Target="../media/image-14-556.png"/><Relationship Id="rId557" Type="http://schemas.openxmlformats.org/officeDocument/2006/relationships/image" Target="../media/image-14-557.png"/><Relationship Id="rId558" Type="http://schemas.openxmlformats.org/officeDocument/2006/relationships/image" Target="../media/image-14-558.png"/><Relationship Id="rId559" Type="http://schemas.openxmlformats.org/officeDocument/2006/relationships/image" Target="../media/image-14-559.png"/><Relationship Id="rId560" Type="http://schemas.openxmlformats.org/officeDocument/2006/relationships/image" Target="../media/image-14-560.png"/><Relationship Id="rId561" Type="http://schemas.openxmlformats.org/officeDocument/2006/relationships/image" Target="../media/image-14-561.png"/><Relationship Id="rId562" Type="http://schemas.openxmlformats.org/officeDocument/2006/relationships/image" Target="../media/image-14-562.png"/><Relationship Id="rId563" Type="http://schemas.openxmlformats.org/officeDocument/2006/relationships/image" Target="../media/image-14-563.png"/><Relationship Id="rId564" Type="http://schemas.openxmlformats.org/officeDocument/2006/relationships/image" Target="../media/image-14-564.png"/><Relationship Id="rId565" Type="http://schemas.openxmlformats.org/officeDocument/2006/relationships/slideLayout" Target="../slideLayouts/slideLayout1.xml"/><Relationship Id="rId56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png"/><Relationship Id="rId13" Type="http://schemas.openxmlformats.org/officeDocument/2006/relationships/image" Target="../media/image-15-13.png"/><Relationship Id="rId14" Type="http://schemas.openxmlformats.org/officeDocument/2006/relationships/image" Target="../media/image-15-14.png"/><Relationship Id="rId15" Type="http://schemas.openxmlformats.org/officeDocument/2006/relationships/image" Target="../media/image-15-15.png"/><Relationship Id="rId16" Type="http://schemas.openxmlformats.org/officeDocument/2006/relationships/image" Target="../media/image-15-16.png"/><Relationship Id="rId17" Type="http://schemas.openxmlformats.org/officeDocument/2006/relationships/image" Target="../media/image-15-17.png"/><Relationship Id="rId18" Type="http://schemas.openxmlformats.org/officeDocument/2006/relationships/image" Target="../media/image-15-18.png"/><Relationship Id="rId19" Type="http://schemas.openxmlformats.org/officeDocument/2006/relationships/image" Target="../media/image-15-19.png"/><Relationship Id="rId20" Type="http://schemas.openxmlformats.org/officeDocument/2006/relationships/image" Target="../media/image-15-20.png"/><Relationship Id="rId21" Type="http://schemas.openxmlformats.org/officeDocument/2006/relationships/image" Target="../media/image-15-21.png"/><Relationship Id="rId22" Type="http://schemas.openxmlformats.org/officeDocument/2006/relationships/image" Target="../media/image-15-22.png"/><Relationship Id="rId23" Type="http://schemas.openxmlformats.org/officeDocument/2006/relationships/image" Target="../media/image-15-23.png"/><Relationship Id="rId24" Type="http://schemas.openxmlformats.org/officeDocument/2006/relationships/image" Target="../media/image-15-24.png"/><Relationship Id="rId25" Type="http://schemas.openxmlformats.org/officeDocument/2006/relationships/image" Target="../media/image-15-25.png"/><Relationship Id="rId26" Type="http://schemas.openxmlformats.org/officeDocument/2006/relationships/image" Target="../media/image-15-26.png"/><Relationship Id="rId27" Type="http://schemas.openxmlformats.org/officeDocument/2006/relationships/image" Target="../media/image-15-27.png"/><Relationship Id="rId28" Type="http://schemas.openxmlformats.org/officeDocument/2006/relationships/image" Target="../media/image-15-28.png"/><Relationship Id="rId29" Type="http://schemas.openxmlformats.org/officeDocument/2006/relationships/image" Target="../media/image-15-29.png"/><Relationship Id="rId30" Type="http://schemas.openxmlformats.org/officeDocument/2006/relationships/image" Target="../media/image-15-30.png"/><Relationship Id="rId31" Type="http://schemas.openxmlformats.org/officeDocument/2006/relationships/image" Target="../media/image-15-31.png"/><Relationship Id="rId32" Type="http://schemas.openxmlformats.org/officeDocument/2006/relationships/image" Target="../media/image-15-32.png"/><Relationship Id="rId33" Type="http://schemas.openxmlformats.org/officeDocument/2006/relationships/image" Target="../media/image-15-33.png"/><Relationship Id="rId34" Type="http://schemas.openxmlformats.org/officeDocument/2006/relationships/image" Target="../media/image-15-34.png"/><Relationship Id="rId35" Type="http://schemas.openxmlformats.org/officeDocument/2006/relationships/image" Target="../media/image-15-35.png"/><Relationship Id="rId36" Type="http://schemas.openxmlformats.org/officeDocument/2006/relationships/image" Target="../media/image-15-36.png"/><Relationship Id="rId37" Type="http://schemas.openxmlformats.org/officeDocument/2006/relationships/image" Target="../media/image-15-37.png"/><Relationship Id="rId38" Type="http://schemas.openxmlformats.org/officeDocument/2006/relationships/image" Target="../media/image-15-38.png"/><Relationship Id="rId39" Type="http://schemas.openxmlformats.org/officeDocument/2006/relationships/image" Target="../media/image-15-39.png"/><Relationship Id="rId40" Type="http://schemas.openxmlformats.org/officeDocument/2006/relationships/image" Target="../media/image-15-40.png"/><Relationship Id="rId41" Type="http://schemas.openxmlformats.org/officeDocument/2006/relationships/image" Target="../media/image-15-41.png"/><Relationship Id="rId42" Type="http://schemas.openxmlformats.org/officeDocument/2006/relationships/image" Target="../media/image-15-42.png"/><Relationship Id="rId43" Type="http://schemas.openxmlformats.org/officeDocument/2006/relationships/image" Target="../media/image-15-43.png"/><Relationship Id="rId44" Type="http://schemas.openxmlformats.org/officeDocument/2006/relationships/image" Target="../media/image-15-44.png"/><Relationship Id="rId45" Type="http://schemas.openxmlformats.org/officeDocument/2006/relationships/image" Target="../media/image-15-45.png"/><Relationship Id="rId46" Type="http://schemas.openxmlformats.org/officeDocument/2006/relationships/image" Target="../media/image-15-46.png"/><Relationship Id="rId47" Type="http://schemas.openxmlformats.org/officeDocument/2006/relationships/image" Target="../media/image-15-47.png"/><Relationship Id="rId48" Type="http://schemas.openxmlformats.org/officeDocument/2006/relationships/image" Target="../media/image-15-48.png"/><Relationship Id="rId49" Type="http://schemas.openxmlformats.org/officeDocument/2006/relationships/image" Target="../media/image-15-49.png"/><Relationship Id="rId50" Type="http://schemas.openxmlformats.org/officeDocument/2006/relationships/image" Target="../media/image-15-50.png"/><Relationship Id="rId51" Type="http://schemas.openxmlformats.org/officeDocument/2006/relationships/image" Target="../media/image-15-51.png"/><Relationship Id="rId52" Type="http://schemas.openxmlformats.org/officeDocument/2006/relationships/image" Target="../media/image-15-52.png"/><Relationship Id="rId53" Type="http://schemas.openxmlformats.org/officeDocument/2006/relationships/slideLayout" Target="../slideLayouts/slideLayout1.xml"/><Relationship Id="rId5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png"/><Relationship Id="rId13" Type="http://schemas.openxmlformats.org/officeDocument/2006/relationships/image" Target="../media/image-17-13.png"/><Relationship Id="rId14" Type="http://schemas.openxmlformats.org/officeDocument/2006/relationships/image" Target="../media/image-17-14.png"/><Relationship Id="rId15" Type="http://schemas.openxmlformats.org/officeDocument/2006/relationships/image" Target="../media/image-17-15.png"/><Relationship Id="rId16" Type="http://schemas.openxmlformats.org/officeDocument/2006/relationships/image" Target="../media/image-17-16.png"/><Relationship Id="rId17" Type="http://schemas.openxmlformats.org/officeDocument/2006/relationships/image" Target="../media/image-17-17.png"/><Relationship Id="rId18" Type="http://schemas.openxmlformats.org/officeDocument/2006/relationships/image" Target="../media/image-17-18.png"/><Relationship Id="rId19" Type="http://schemas.openxmlformats.org/officeDocument/2006/relationships/image" Target="../media/image-17-19.png"/><Relationship Id="rId20" Type="http://schemas.openxmlformats.org/officeDocument/2006/relationships/image" Target="../media/image-17-20.png"/><Relationship Id="rId21" Type="http://schemas.openxmlformats.org/officeDocument/2006/relationships/image" Target="../media/image-17-21.png"/><Relationship Id="rId22" Type="http://schemas.openxmlformats.org/officeDocument/2006/relationships/image" Target="../media/image-17-22.png"/><Relationship Id="rId23" Type="http://schemas.openxmlformats.org/officeDocument/2006/relationships/image" Target="../media/image-17-23.png"/><Relationship Id="rId24" Type="http://schemas.openxmlformats.org/officeDocument/2006/relationships/image" Target="../media/image-17-24.png"/><Relationship Id="rId25" Type="http://schemas.openxmlformats.org/officeDocument/2006/relationships/image" Target="../media/image-17-25.png"/><Relationship Id="rId26" Type="http://schemas.openxmlformats.org/officeDocument/2006/relationships/image" Target="../media/image-17-26.png"/><Relationship Id="rId27" Type="http://schemas.openxmlformats.org/officeDocument/2006/relationships/image" Target="../media/image-17-27.png"/><Relationship Id="rId28" Type="http://schemas.openxmlformats.org/officeDocument/2006/relationships/image" Target="../media/image-17-28.pn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image" Target="../media/image-18-10.pn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png"/><Relationship Id="rId13" Type="http://schemas.openxmlformats.org/officeDocument/2006/relationships/image" Target="../media/image-18-13.png"/><Relationship Id="rId14" Type="http://schemas.openxmlformats.org/officeDocument/2006/relationships/image" Target="../media/image-18-14.png"/><Relationship Id="rId15" Type="http://schemas.openxmlformats.org/officeDocument/2006/relationships/image" Target="../media/image-18-15.png"/><Relationship Id="rId16" Type="http://schemas.openxmlformats.org/officeDocument/2006/relationships/image" Target="../media/image-18-16.png"/><Relationship Id="rId17" Type="http://schemas.openxmlformats.org/officeDocument/2006/relationships/image" Target="../media/image-18-17.png"/><Relationship Id="rId18" Type="http://schemas.openxmlformats.org/officeDocument/2006/relationships/image" Target="../media/image-18-18.png"/><Relationship Id="rId19" Type="http://schemas.openxmlformats.org/officeDocument/2006/relationships/image" Target="../media/image-18-19.png"/><Relationship Id="rId20" Type="http://schemas.openxmlformats.org/officeDocument/2006/relationships/image" Target="../media/image-18-20.png"/><Relationship Id="rId21" Type="http://schemas.openxmlformats.org/officeDocument/2006/relationships/image" Target="../media/image-18-21.png"/><Relationship Id="rId22" Type="http://schemas.openxmlformats.org/officeDocument/2006/relationships/image" Target="../media/image-18-22.png"/><Relationship Id="rId23" Type="http://schemas.openxmlformats.org/officeDocument/2006/relationships/image" Target="../media/image-18-23.png"/><Relationship Id="rId24" Type="http://schemas.openxmlformats.org/officeDocument/2006/relationships/image" Target="../media/image-18-24.png"/><Relationship Id="rId25" Type="http://schemas.openxmlformats.org/officeDocument/2006/relationships/image" Target="../media/image-18-25.png"/><Relationship Id="rId26" Type="http://schemas.openxmlformats.org/officeDocument/2006/relationships/image" Target="../media/image-18-26.png"/><Relationship Id="rId27" Type="http://schemas.openxmlformats.org/officeDocument/2006/relationships/image" Target="../media/image-18-27.png"/><Relationship Id="rId28" Type="http://schemas.openxmlformats.org/officeDocument/2006/relationships/image" Target="../media/image-18-28.png"/><Relationship Id="rId29" Type="http://schemas.openxmlformats.org/officeDocument/2006/relationships/image" Target="../media/image-18-29.png"/><Relationship Id="rId30" Type="http://schemas.openxmlformats.org/officeDocument/2006/relationships/image" Target="../media/image-18-30.png"/><Relationship Id="rId31" Type="http://schemas.openxmlformats.org/officeDocument/2006/relationships/image" Target="../media/image-18-31.png"/><Relationship Id="rId32" Type="http://schemas.openxmlformats.org/officeDocument/2006/relationships/image" Target="../media/image-18-32.png"/><Relationship Id="rId33" Type="http://schemas.openxmlformats.org/officeDocument/2006/relationships/image" Target="../media/image-18-33.png"/><Relationship Id="rId34" Type="http://schemas.openxmlformats.org/officeDocument/2006/relationships/image" Target="../media/image-18-34.png"/><Relationship Id="rId35" Type="http://schemas.openxmlformats.org/officeDocument/2006/relationships/image" Target="../media/image-18-35.png"/><Relationship Id="rId36" Type="http://schemas.openxmlformats.org/officeDocument/2006/relationships/image" Target="../media/image-18-36.png"/><Relationship Id="rId37" Type="http://schemas.openxmlformats.org/officeDocument/2006/relationships/image" Target="../media/image-18-37.png"/><Relationship Id="rId38" Type="http://schemas.openxmlformats.org/officeDocument/2006/relationships/image" Target="../media/image-18-38.png"/><Relationship Id="rId39" Type="http://schemas.openxmlformats.org/officeDocument/2006/relationships/image" Target="../media/image-18-39.png"/><Relationship Id="rId40" Type="http://schemas.openxmlformats.org/officeDocument/2006/relationships/image" Target="../media/image-18-40.png"/><Relationship Id="rId41" Type="http://schemas.openxmlformats.org/officeDocument/2006/relationships/image" Target="../media/image-18-41.png"/><Relationship Id="rId42" Type="http://schemas.openxmlformats.org/officeDocument/2006/relationships/image" Target="../media/image-18-42.png"/><Relationship Id="rId43" Type="http://schemas.openxmlformats.org/officeDocument/2006/relationships/image" Target="../media/image-18-43.png"/><Relationship Id="rId44" Type="http://schemas.openxmlformats.org/officeDocument/2006/relationships/image" Target="../media/image-18-44.png"/><Relationship Id="rId45" Type="http://schemas.openxmlformats.org/officeDocument/2006/relationships/image" Target="../media/image-18-45.png"/><Relationship Id="rId46" Type="http://schemas.openxmlformats.org/officeDocument/2006/relationships/image" Target="../media/image-18-46.png"/><Relationship Id="rId47" Type="http://schemas.openxmlformats.org/officeDocument/2006/relationships/image" Target="../media/image-18-47.png"/><Relationship Id="rId48" Type="http://schemas.openxmlformats.org/officeDocument/2006/relationships/image" Target="../media/image-18-48.png"/><Relationship Id="rId49" Type="http://schemas.openxmlformats.org/officeDocument/2006/relationships/slideLayout" Target="../slideLayouts/slideLayout1.xml"/><Relationship Id="rId50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image" Target="../media/image-19-10.png"/><Relationship Id="rId11" Type="http://schemas.openxmlformats.org/officeDocument/2006/relationships/image" Target="../media/image-19-11.png"/><Relationship Id="rId12" Type="http://schemas.openxmlformats.org/officeDocument/2006/relationships/image" Target="../media/image-19-12.png"/><Relationship Id="rId13" Type="http://schemas.openxmlformats.org/officeDocument/2006/relationships/image" Target="../media/image-19-13.png"/><Relationship Id="rId14" Type="http://schemas.openxmlformats.org/officeDocument/2006/relationships/image" Target="../media/image-19-14.png"/><Relationship Id="rId15" Type="http://schemas.openxmlformats.org/officeDocument/2006/relationships/image" Target="../media/image-19-15.png"/><Relationship Id="rId16" Type="http://schemas.openxmlformats.org/officeDocument/2006/relationships/image" Target="../media/image-19-16.png"/><Relationship Id="rId17" Type="http://schemas.openxmlformats.org/officeDocument/2006/relationships/image" Target="../media/image-19-17.png"/><Relationship Id="rId18" Type="http://schemas.openxmlformats.org/officeDocument/2006/relationships/image" Target="../media/image-19-18.png"/><Relationship Id="rId19" Type="http://schemas.openxmlformats.org/officeDocument/2006/relationships/image" Target="../media/image-19-19.png"/><Relationship Id="rId20" Type="http://schemas.openxmlformats.org/officeDocument/2006/relationships/image" Target="../media/image-19-20.png"/><Relationship Id="rId21" Type="http://schemas.openxmlformats.org/officeDocument/2006/relationships/image" Target="../media/image-19-21.png"/><Relationship Id="rId22" Type="http://schemas.openxmlformats.org/officeDocument/2006/relationships/image" Target="../media/image-19-22.png"/><Relationship Id="rId23" Type="http://schemas.openxmlformats.org/officeDocument/2006/relationships/image" Target="../media/image-19-23.png"/><Relationship Id="rId24" Type="http://schemas.openxmlformats.org/officeDocument/2006/relationships/image" Target="../media/image-19-24.png"/><Relationship Id="rId25" Type="http://schemas.openxmlformats.org/officeDocument/2006/relationships/image" Target="../media/image-19-25.png"/><Relationship Id="rId26" Type="http://schemas.openxmlformats.org/officeDocument/2006/relationships/image" Target="../media/image-19-26.pn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395413"/>
            <a:ext cx="6757988" cy="1004887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1395413"/>
            <a:ext cx="6757988" cy="652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86"/>
              </a:lnSpc>
              <a:buNone/>
            </a:pPr>
            <a:r>
              <a:rPr lang="en-US" sz="3848" b="1" spc="346" kern="0" dirty="0">
                <a:solidFill>
                  <a:srgbClr val="0091FA">
                    <a:alpha val="99000"/>
                  </a:srgbClr>
                </a:solidFill>
                <a:latin typeface="IBM Plex Sans Hebrew" pitchFamily="34" charset="0"/>
                <a:ea typeface="IBM Plex Sans Hebrew" pitchFamily="34" charset="-122"/>
                <a:cs typeface="IBM Plex Sans Hebrew" pitchFamily="34" charset="-120"/>
              </a:rPr>
              <a:t>Financial Markets 101</a:t>
            </a:r>
            <a:endParaRPr lang="en-US" sz="3848" dirty="0"/>
          </a:p>
        </p:txBody>
      </p:sp>
      <p:sp>
        <p:nvSpPr>
          <p:cNvPr id="4" name="Text 2"/>
          <p:cNvSpPr/>
          <p:nvPr/>
        </p:nvSpPr>
        <p:spPr>
          <a:xfrm>
            <a:off x="609600" y="2162175"/>
            <a:ext cx="67579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i="1" spc="-13" kern="0" dirty="0">
                <a:solidFill>
                  <a:srgbClr val="0091F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Physics of Finance</a:t>
            </a:r>
            <a:endParaRPr lang="en-US" sz="1283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53332" y="-47625"/>
            <a:ext cx="1471668" cy="12319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600" y="4305300"/>
            <a:ext cx="1490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i="1" spc="-26" kern="0" dirty="0">
                <a:solidFill>
                  <a:srgbClr val="0091F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Anagd Singh Sone</a:t>
            </a:r>
            <a:endParaRPr lang="en-US" sz="1283" dirty="0"/>
          </a:p>
        </p:txBody>
      </p:sp>
      <p:sp>
        <p:nvSpPr>
          <p:cNvPr id="7" name="Shape 4"/>
          <p:cNvSpPr/>
          <p:nvPr/>
        </p:nvSpPr>
        <p:spPr>
          <a:xfrm>
            <a:off x="6419850" y="3328730"/>
            <a:ext cx="2724150" cy="1814513"/>
          </a:xfrm>
          <a:prstGeom prst="rect">
            <a:avLst/>
          </a:prstGeom>
          <a:noFill/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772488" y="4844510"/>
            <a:ext cx="656113" cy="180011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76526" y="3866587"/>
            <a:ext cx="524384" cy="58967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1"/>
          <a:stretch/>
        </p:blipFill>
        <p:spPr>
          <a:xfrm>
            <a:off x="8116524" y="4166623"/>
            <a:ext cx="1027464" cy="976620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455429" y="4227631"/>
            <a:ext cx="226922" cy="228623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413936" y="4334215"/>
            <a:ext cx="505871" cy="734954"/>
          </a:xfrm>
          <a:prstGeom prst="rect">
            <a:avLst/>
          </a:prstGeom>
        </p:spPr>
      </p:pic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352714" y="4475135"/>
            <a:ext cx="216176" cy="403040"/>
          </a:xfrm>
          <a:prstGeom prst="rect">
            <a:avLst/>
          </a:prstGeom>
        </p:spPr>
      </p:pic>
      <p:pic>
        <p:nvPicPr>
          <p:cNvPr id="14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7427485" y="4506988"/>
            <a:ext cx="511539" cy="513827"/>
          </a:xfrm>
          <a:prstGeom prst="rect">
            <a:avLst/>
          </a:prstGeom>
        </p:spPr>
      </p:pic>
      <p:pic>
        <p:nvPicPr>
          <p:cNvPr id="15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7438770" y="4524755"/>
            <a:ext cx="505895" cy="511071"/>
          </a:xfrm>
          <a:prstGeom prst="rect">
            <a:avLst/>
          </a:prstGeom>
        </p:spPr>
      </p:pic>
      <p:pic>
        <p:nvPicPr>
          <p:cNvPr id="16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7438770" y="4527935"/>
            <a:ext cx="505901" cy="504706"/>
          </a:xfrm>
          <a:prstGeom prst="rect">
            <a:avLst/>
          </a:prstGeom>
        </p:spPr>
      </p:pic>
      <p:pic>
        <p:nvPicPr>
          <p:cNvPr id="17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7446290" y="4582024"/>
            <a:ext cx="562316" cy="456978"/>
          </a:xfrm>
          <a:prstGeom prst="rect">
            <a:avLst/>
          </a:prstGeom>
        </p:spPr>
      </p:pic>
      <p:pic>
        <p:nvPicPr>
          <p:cNvPr id="18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7427488" y="4598939"/>
            <a:ext cx="584881" cy="486785"/>
          </a:xfrm>
          <a:prstGeom prst="rect">
            <a:avLst/>
          </a:prstGeom>
        </p:spPr>
      </p:pic>
      <p:pic>
        <p:nvPicPr>
          <p:cNvPr id="19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7801475" y="4859452"/>
            <a:ext cx="619669" cy="167123"/>
          </a:xfrm>
          <a:prstGeom prst="rect">
            <a:avLst/>
          </a:prstGeom>
        </p:spPr>
      </p:pic>
      <p:pic>
        <p:nvPicPr>
          <p:cNvPr id="20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7995944" y="3794257"/>
            <a:ext cx="557901" cy="330453"/>
          </a:xfrm>
          <a:prstGeom prst="rect">
            <a:avLst/>
          </a:prstGeom>
        </p:spPr>
      </p:pic>
      <p:pic>
        <p:nvPicPr>
          <p:cNvPr id="21" name="Image 14" descr="preencoded.png">    </p:cNvPr>
          <p:cNvPicPr>
            <a:picLocks noChangeAspect="1"/>
          </p:cNvPicPr>
          <p:nvPr/>
        </p:nvPicPr>
        <p:blipFill>
          <a:blip r:embed="rId15"/>
          <a:srcRect l="0" r="12992" t="0" b="10043"/>
          <a:stretch/>
        </p:blipFill>
        <p:spPr>
          <a:xfrm>
            <a:off x="6837069" y="4144772"/>
            <a:ext cx="21773" cy="19042"/>
          </a:xfrm>
          <a:prstGeom prst="rect">
            <a:avLst/>
          </a:prstGeom>
        </p:spPr>
      </p:pic>
      <p:pic>
        <p:nvPicPr>
          <p:cNvPr id="22" name="Image 15" descr="preencoded.png">    </p:cNvPr>
          <p:cNvPicPr>
            <a:picLocks noChangeAspect="1"/>
          </p:cNvPicPr>
          <p:nvPr/>
        </p:nvPicPr>
        <p:blipFill>
          <a:blip r:embed="rId16"/>
          <a:srcRect l="0" r="2057" t="0" b="18947"/>
          <a:stretch/>
        </p:blipFill>
        <p:spPr>
          <a:xfrm>
            <a:off x="6804074" y="3961136"/>
            <a:ext cx="315252" cy="217804"/>
          </a:xfrm>
          <a:prstGeom prst="rect">
            <a:avLst/>
          </a:prstGeom>
        </p:spPr>
      </p:pic>
      <p:pic>
        <p:nvPicPr>
          <p:cNvPr id="23" name="Image 16" descr="preencoded.png">    </p:cNvPr>
          <p:cNvPicPr>
            <a:picLocks noChangeAspect="1"/>
          </p:cNvPicPr>
          <p:nvPr/>
        </p:nvPicPr>
        <p:blipFill>
          <a:blip r:embed="rId17"/>
          <a:srcRect l="0" r="1931" t="0" b="19907"/>
          <a:stretch/>
        </p:blipFill>
        <p:spPr>
          <a:xfrm>
            <a:off x="6975245" y="3959027"/>
            <a:ext cx="337657" cy="222946"/>
          </a:xfrm>
          <a:prstGeom prst="rect">
            <a:avLst/>
          </a:prstGeom>
        </p:spPr>
      </p:pic>
      <p:pic>
        <p:nvPicPr>
          <p:cNvPr id="24" name="Image 17" descr="preencoded.png">    </p:cNvPr>
          <p:cNvPicPr>
            <a:picLocks noChangeAspect="1"/>
          </p:cNvPicPr>
          <p:nvPr/>
        </p:nvPicPr>
        <p:blipFill>
          <a:blip r:embed="rId18"/>
          <a:srcRect l="0" r="16564" t="0" b="3257"/>
          <a:stretch/>
        </p:blipFill>
        <p:spPr>
          <a:xfrm>
            <a:off x="6804094" y="3938961"/>
            <a:ext cx="428111" cy="307977"/>
          </a:xfrm>
          <a:prstGeom prst="rect">
            <a:avLst/>
          </a:prstGeom>
        </p:spPr>
      </p:pic>
      <p:pic>
        <p:nvPicPr>
          <p:cNvPr id="25" name="Image 18" descr="preencoded.png">    </p:cNvPr>
          <p:cNvPicPr>
            <a:picLocks noChangeAspect="1"/>
          </p:cNvPicPr>
          <p:nvPr/>
        </p:nvPicPr>
        <p:blipFill>
          <a:blip r:embed="rId19"/>
          <a:srcRect l="0" r="12992" t="0" b="10039"/>
          <a:stretch/>
        </p:blipFill>
        <p:spPr>
          <a:xfrm>
            <a:off x="6919479" y="3975211"/>
            <a:ext cx="32654" cy="28559"/>
          </a:xfrm>
          <a:prstGeom prst="rect">
            <a:avLst/>
          </a:prstGeom>
        </p:spPr>
      </p:pic>
      <p:pic>
        <p:nvPicPr>
          <p:cNvPr id="26" name="Image 19" descr="preencoded.png">    </p:cNvPr>
          <p:cNvPicPr>
            <a:picLocks noChangeAspect="1"/>
          </p:cNvPicPr>
          <p:nvPr/>
        </p:nvPicPr>
        <p:blipFill>
          <a:blip r:embed="rId20"/>
          <a:srcRect l="0" r="12992" t="0" b="10039"/>
          <a:stretch/>
        </p:blipFill>
        <p:spPr>
          <a:xfrm>
            <a:off x="7141843" y="4186075"/>
            <a:ext cx="32654" cy="28559"/>
          </a:xfrm>
          <a:prstGeom prst="rect">
            <a:avLst/>
          </a:prstGeom>
        </p:spPr>
      </p:pic>
      <p:pic>
        <p:nvPicPr>
          <p:cNvPr id="27" name="Image 20" descr="preencoded.png">    </p:cNvPr>
          <p:cNvPicPr>
            <a:picLocks noChangeAspect="1"/>
          </p:cNvPicPr>
          <p:nvPr/>
        </p:nvPicPr>
        <p:blipFill>
          <a:blip r:embed="rId21"/>
          <a:srcRect l="0" r="12992" t="0" b="10039"/>
          <a:stretch/>
        </p:blipFill>
        <p:spPr>
          <a:xfrm>
            <a:off x="7248740" y="3943168"/>
            <a:ext cx="32654" cy="28559"/>
          </a:xfrm>
          <a:prstGeom prst="rect">
            <a:avLst/>
          </a:prstGeom>
        </p:spPr>
      </p:pic>
      <p:pic>
        <p:nvPicPr>
          <p:cNvPr id="28" name="Image 21" descr="preencoded.png">    </p:cNvPr>
          <p:cNvPicPr>
            <a:picLocks noChangeAspect="1"/>
          </p:cNvPicPr>
          <p:nvPr/>
        </p:nvPicPr>
        <p:blipFill>
          <a:blip r:embed="rId22"/>
          <a:srcRect l="0" r="9241" t="0" b="3443"/>
          <a:stretch/>
        </p:blipFill>
        <p:spPr>
          <a:xfrm>
            <a:off x="6419849" y="3393977"/>
            <a:ext cx="281846" cy="415338"/>
          </a:xfrm>
          <a:prstGeom prst="rect">
            <a:avLst/>
          </a:prstGeom>
        </p:spPr>
      </p:pic>
      <p:pic>
        <p:nvPicPr>
          <p:cNvPr id="29" name="Image 22" descr="preencoded.png">    </p:cNvPr>
          <p:cNvPicPr>
            <a:picLocks noChangeAspect="1"/>
          </p:cNvPicPr>
          <p:nvPr/>
        </p:nvPicPr>
        <p:blipFill>
          <a:blip r:embed="rId23"/>
          <a:srcRect l="0" r="19296" t="0" b="3273"/>
          <a:stretch/>
        </p:blipFill>
        <p:spPr>
          <a:xfrm>
            <a:off x="6471314" y="3497106"/>
            <a:ext cx="172817" cy="254441"/>
          </a:xfrm>
          <a:prstGeom prst="rect">
            <a:avLst/>
          </a:prstGeom>
        </p:spPr>
      </p:pic>
      <p:pic>
        <p:nvPicPr>
          <p:cNvPr id="30" name="Image 23" descr="preencoded.png">    </p:cNvPr>
          <p:cNvPicPr>
            <a:picLocks noChangeAspect="1"/>
          </p:cNvPicPr>
          <p:nvPr/>
        </p:nvPicPr>
        <p:blipFill>
          <a:blip r:embed="rId24"/>
          <a:srcRect l="0" r="19088" t="0" b="2662"/>
          <a:stretch/>
        </p:blipFill>
        <p:spPr>
          <a:xfrm>
            <a:off x="6471279" y="3512599"/>
            <a:ext cx="178263" cy="262769"/>
          </a:xfrm>
          <a:prstGeom prst="rect">
            <a:avLst/>
          </a:prstGeom>
        </p:spPr>
      </p:pic>
      <p:pic>
        <p:nvPicPr>
          <p:cNvPr id="31" name="Image 24" descr="preencoded.png">    </p:cNvPr>
          <p:cNvPicPr>
            <a:picLocks noChangeAspect="1"/>
          </p:cNvPicPr>
          <p:nvPr/>
        </p:nvPicPr>
        <p:blipFill>
          <a:blip r:embed="rId25"/>
          <a:srcRect l="0" r="0" t="0" b="0"/>
          <a:stretch/>
        </p:blipFill>
        <p:spPr>
          <a:xfrm>
            <a:off x="6536120" y="3744698"/>
            <a:ext cx="75094" cy="12402"/>
          </a:xfrm>
          <a:prstGeom prst="rect">
            <a:avLst/>
          </a:prstGeom>
        </p:spPr>
      </p:pic>
      <p:pic>
        <p:nvPicPr>
          <p:cNvPr id="32" name="Image 25" descr="preencoded.png">    </p:cNvPr>
          <p:cNvPicPr>
            <a:picLocks noChangeAspect="1"/>
          </p:cNvPicPr>
          <p:nvPr/>
        </p:nvPicPr>
        <p:blipFill>
          <a:blip r:embed="rId26"/>
          <a:srcRect l="0" r="0" t="0" b="0"/>
          <a:stretch/>
        </p:blipFill>
        <p:spPr>
          <a:xfrm>
            <a:off x="6532587" y="3723434"/>
            <a:ext cx="75094" cy="12402"/>
          </a:xfrm>
          <a:prstGeom prst="rect">
            <a:avLst/>
          </a:prstGeom>
        </p:spPr>
      </p:pic>
      <p:pic>
        <p:nvPicPr>
          <p:cNvPr id="33" name="Image 26" descr="preencoded.png">    </p:cNvPr>
          <p:cNvPicPr>
            <a:picLocks noChangeAspect="1"/>
          </p:cNvPicPr>
          <p:nvPr/>
        </p:nvPicPr>
        <p:blipFill>
          <a:blip r:embed="rId27"/>
          <a:srcRect l="0" r="0" t="0" b="0"/>
          <a:stretch/>
        </p:blipFill>
        <p:spPr>
          <a:xfrm>
            <a:off x="6529054" y="3702170"/>
            <a:ext cx="75094" cy="12401"/>
          </a:xfrm>
          <a:prstGeom prst="rect">
            <a:avLst/>
          </a:prstGeom>
        </p:spPr>
      </p:pic>
      <p:pic>
        <p:nvPicPr>
          <p:cNvPr id="34" name="Image 27" descr="preencoded.png">    </p:cNvPr>
          <p:cNvPicPr>
            <a:picLocks noChangeAspect="1"/>
          </p:cNvPicPr>
          <p:nvPr/>
        </p:nvPicPr>
        <p:blipFill>
          <a:blip r:embed="rId28"/>
          <a:srcRect l="0" r="0" t="0" b="0"/>
          <a:stretch/>
        </p:blipFill>
        <p:spPr>
          <a:xfrm>
            <a:off x="6525521" y="3680908"/>
            <a:ext cx="75094" cy="12401"/>
          </a:xfrm>
          <a:prstGeom prst="rect">
            <a:avLst/>
          </a:prstGeom>
        </p:spPr>
      </p:pic>
      <p:pic>
        <p:nvPicPr>
          <p:cNvPr id="35" name="Image 28" descr="preencoded.png">    </p:cNvPr>
          <p:cNvPicPr>
            <a:picLocks noChangeAspect="1"/>
          </p:cNvPicPr>
          <p:nvPr/>
        </p:nvPicPr>
        <p:blipFill>
          <a:blip r:embed="rId29"/>
          <a:srcRect l="0" r="0" t="0" b="0"/>
          <a:stretch/>
        </p:blipFill>
        <p:spPr>
          <a:xfrm>
            <a:off x="6521989" y="3659643"/>
            <a:ext cx="75094" cy="12401"/>
          </a:xfrm>
          <a:prstGeom prst="rect">
            <a:avLst/>
          </a:prstGeom>
        </p:spPr>
      </p:pic>
      <p:pic>
        <p:nvPicPr>
          <p:cNvPr id="36" name="Image 29" descr="preencoded.png">    </p:cNvPr>
          <p:cNvPicPr>
            <a:picLocks noChangeAspect="1"/>
          </p:cNvPicPr>
          <p:nvPr/>
        </p:nvPicPr>
        <p:blipFill>
          <a:blip r:embed="rId30"/>
          <a:srcRect l="0" r="3393" t="0" b="33279"/>
          <a:stretch/>
        </p:blipFill>
        <p:spPr>
          <a:xfrm>
            <a:off x="6509790" y="3587319"/>
            <a:ext cx="124494" cy="26288"/>
          </a:xfrm>
          <a:prstGeom prst="rect">
            <a:avLst/>
          </a:prstGeom>
        </p:spPr>
      </p:pic>
      <p:pic>
        <p:nvPicPr>
          <p:cNvPr id="37" name="Image 30" descr="preencoded.png">    </p:cNvPr>
          <p:cNvPicPr>
            <a:picLocks noChangeAspect="1"/>
          </p:cNvPicPr>
          <p:nvPr/>
        </p:nvPicPr>
        <p:blipFill>
          <a:blip r:embed="rId31"/>
          <a:srcRect l="0" r="0" t="0" b="0"/>
          <a:stretch/>
        </p:blipFill>
        <p:spPr>
          <a:xfrm>
            <a:off x="7294730" y="3328730"/>
            <a:ext cx="423027" cy="357830"/>
          </a:xfrm>
          <a:prstGeom prst="rect">
            <a:avLst/>
          </a:prstGeom>
        </p:spPr>
      </p:pic>
      <p:pic>
        <p:nvPicPr>
          <p:cNvPr id="38" name="Image 31" descr="preencoded.png">    </p:cNvPr>
          <p:cNvPicPr>
            <a:picLocks noChangeAspect="1"/>
          </p:cNvPicPr>
          <p:nvPr/>
        </p:nvPicPr>
        <p:blipFill>
          <a:blip r:embed="rId32"/>
          <a:srcRect l="0" r="0" t="0" b="0"/>
          <a:stretch/>
        </p:blipFill>
        <p:spPr>
          <a:xfrm>
            <a:off x="7161742" y="3423406"/>
            <a:ext cx="689024" cy="181735"/>
          </a:xfrm>
          <a:prstGeom prst="rect">
            <a:avLst/>
          </a:prstGeom>
        </p:spPr>
      </p:pic>
      <p:pic>
        <p:nvPicPr>
          <p:cNvPr id="39" name="Image 32" descr="preencoded.png">    </p:cNvPr>
          <p:cNvPicPr>
            <a:picLocks noChangeAspect="1"/>
          </p:cNvPicPr>
          <p:nvPr/>
        </p:nvPicPr>
        <p:blipFill>
          <a:blip r:embed="rId33"/>
          <a:srcRect l="0" r="4036" t="0" b="10556"/>
          <a:stretch/>
        </p:blipFill>
        <p:spPr>
          <a:xfrm>
            <a:off x="7312451" y="3395440"/>
            <a:ext cx="400494" cy="110489"/>
          </a:xfrm>
          <a:prstGeom prst="rect">
            <a:avLst/>
          </a:prstGeom>
        </p:spPr>
      </p:pic>
      <p:pic>
        <p:nvPicPr>
          <p:cNvPr id="40" name="Image 33" descr="preencoded.png">    </p:cNvPr>
          <p:cNvPicPr>
            <a:picLocks noChangeAspect="1"/>
          </p:cNvPicPr>
          <p:nvPr/>
        </p:nvPicPr>
        <p:blipFill>
          <a:blip r:embed="rId34"/>
          <a:srcRect l="0" r="3815" t="0" b="3135"/>
          <a:stretch/>
        </p:blipFill>
        <p:spPr>
          <a:xfrm>
            <a:off x="7292416" y="3554970"/>
            <a:ext cx="353365" cy="971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178844"/>
            <a:ext cx="3238500" cy="781050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2178844"/>
            <a:ext cx="32385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66779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 to Basics</a:t>
            </a:r>
            <a:endParaRPr lang="en-US" sz="1710" dirty="0"/>
          </a:p>
        </p:txBody>
      </p:sp>
      <p:sp>
        <p:nvSpPr>
          <p:cNvPr id="4" name="Text 2"/>
          <p:cNvSpPr/>
          <p:nvPr/>
        </p:nvSpPr>
        <p:spPr>
          <a:xfrm>
            <a:off x="609600" y="2569369"/>
            <a:ext cx="3238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66779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Master the fundamentals before </a:t>
            </a:r>
            <a:endParaRPr lang="en-US" sz="1069" dirty="0"/>
          </a:p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66779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touching the complicated stuff</a:t>
            </a:r>
            <a:endParaRPr lang="en-US" sz="1069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48100" y="1500188"/>
            <a:ext cx="5062538" cy="25336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262188"/>
            <a:ext cx="3238500" cy="619125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2262188"/>
            <a:ext cx="32385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C8CE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V2.. Rotate..</a:t>
            </a:r>
            <a:endParaRPr lang="en-US" sz="1710" dirty="0"/>
          </a:p>
        </p:txBody>
      </p:sp>
      <p:sp>
        <p:nvSpPr>
          <p:cNvPr id="4" name="Text 2"/>
          <p:cNvSpPr/>
          <p:nvPr/>
        </p:nvSpPr>
        <p:spPr>
          <a:xfrm>
            <a:off x="609600" y="2652713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i="1" spc="-26" kern="0" dirty="0">
                <a:solidFill>
                  <a:srgbClr val="0080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Vertical Take OFF</a:t>
            </a:r>
            <a:endParaRPr lang="en-US" sz="1283" dirty="0"/>
          </a:p>
        </p:txBody>
      </p:sp>
      <p:sp>
        <p:nvSpPr>
          <p:cNvPr id="5" name="Shape 3"/>
          <p:cNvSpPr/>
          <p:nvPr/>
        </p:nvSpPr>
        <p:spPr>
          <a:xfrm>
            <a:off x="3538538" y="-523875"/>
            <a:ext cx="6610350" cy="6029325"/>
          </a:xfrm>
          <a:prstGeom prst="roundRect">
            <a:avLst/>
          </a:prstGeom>
          <a:solidFill>
            <a:srgbClr val="090814"/>
          </a:solidFill>
          <a:ln/>
        </p:spPr>
      </p:sp>
      <p:sp>
        <p:nvSpPr>
          <p:cNvPr id="6" name="Text 4"/>
          <p:cNvSpPr/>
          <p:nvPr/>
        </p:nvSpPr>
        <p:spPr>
          <a:xfrm>
            <a:off x="4510088" y="1057275"/>
            <a:ext cx="3857625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i="1" spc="115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 Out</a:t>
            </a:r>
            <a:endParaRPr lang="en-US" sz="1283" dirty="0"/>
          </a:p>
          <a:p>
            <a:pPr algn="l" indent="0" marL="0">
              <a:lnSpc>
                <a:spcPts val="1693"/>
              </a:lnSpc>
              <a:buNone/>
            </a:pPr>
            <a:r>
              <a:rPr lang="en-US" sz="1283" b="1" i="1" spc="115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 |                                    💥</a:t>
            </a:r>
            <a:endParaRPr lang="en-US" sz="1283" dirty="0"/>
          </a:p>
          <a:p>
            <a:pPr algn="l" indent="0" marL="0">
              <a:lnSpc>
                <a:spcPts val="1693"/>
              </a:lnSpc>
              <a:buNone/>
            </a:pPr>
            <a:r>
              <a:rPr lang="en-US" sz="1283" b="1" i="1" spc="115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90 |                                /</a:t>
            </a:r>
            <a:endParaRPr lang="en-US" sz="1283" dirty="0"/>
          </a:p>
          <a:p>
            <a:pPr algn="l" indent="0" marL="0">
              <a:lnSpc>
                <a:spcPts val="1693"/>
              </a:lnSpc>
              <a:buNone/>
            </a:pPr>
            <a:r>
              <a:rPr lang="en-US" sz="1283" b="1" i="1" spc="115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80 |                              /</a:t>
            </a:r>
            <a:endParaRPr lang="en-US" sz="1283" dirty="0"/>
          </a:p>
          <a:p>
            <a:pPr algn="l" indent="0" marL="0">
              <a:lnSpc>
                <a:spcPts val="1693"/>
              </a:lnSpc>
              <a:buNone/>
            </a:pPr>
            <a:r>
              <a:rPr lang="en-US" sz="1283" b="1" i="1" spc="115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70 |                           /</a:t>
            </a:r>
            <a:endParaRPr lang="en-US" sz="1283" dirty="0"/>
          </a:p>
          <a:p>
            <a:pPr algn="l" indent="0" marL="0">
              <a:lnSpc>
                <a:spcPts val="1693"/>
              </a:lnSpc>
              <a:buNone/>
            </a:pPr>
            <a:r>
              <a:rPr lang="en-US" sz="1283" b="1" i="1" spc="115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60 |                        /</a:t>
            </a:r>
            <a:endParaRPr lang="en-US" sz="1283" dirty="0"/>
          </a:p>
          <a:p>
            <a:pPr algn="l" indent="0" marL="0">
              <a:lnSpc>
                <a:spcPts val="1693"/>
              </a:lnSpc>
              <a:buNone/>
            </a:pPr>
            <a:r>
              <a:rPr lang="en-US" sz="1283" b="1" i="1" spc="115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50 |                     /</a:t>
            </a:r>
            <a:endParaRPr lang="en-US" sz="1283" dirty="0"/>
          </a:p>
          <a:p>
            <a:pPr algn="l" indent="0" marL="0">
              <a:lnSpc>
                <a:spcPts val="1693"/>
              </a:lnSpc>
              <a:buNone/>
            </a:pPr>
            <a:r>
              <a:rPr lang="en-US" sz="1283" b="1" i="1" spc="115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40 |                  /</a:t>
            </a:r>
            <a:endParaRPr lang="en-US" sz="1283" dirty="0"/>
          </a:p>
          <a:p>
            <a:pPr algn="l" indent="0" marL="0">
              <a:lnSpc>
                <a:spcPts val="1693"/>
              </a:lnSpc>
              <a:buNone/>
            </a:pPr>
            <a:r>
              <a:rPr lang="en-US" sz="1283" b="1" i="1" spc="115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30 |               /</a:t>
            </a:r>
            <a:endParaRPr lang="en-US" sz="1283" dirty="0"/>
          </a:p>
          <a:p>
            <a:pPr algn="l" indent="0" marL="0">
              <a:lnSpc>
                <a:spcPts val="1693"/>
              </a:lnSpc>
              <a:buNone/>
            </a:pPr>
            <a:r>
              <a:rPr lang="en-US" sz="1283" b="1" i="1" spc="115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20 |            /</a:t>
            </a:r>
            <a:endParaRPr lang="en-US" sz="1283" dirty="0"/>
          </a:p>
          <a:p>
            <a:pPr algn="l" indent="0" marL="0">
              <a:lnSpc>
                <a:spcPts val="1693"/>
              </a:lnSpc>
              <a:buNone/>
            </a:pPr>
            <a:r>
              <a:rPr lang="en-US" sz="1283" b="1" i="1" spc="115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10 |         /</a:t>
            </a:r>
            <a:endParaRPr lang="en-US" sz="1283" dirty="0"/>
          </a:p>
          <a:p>
            <a:pPr algn="l" indent="0" marL="0">
              <a:lnSpc>
                <a:spcPts val="1693"/>
              </a:lnSpc>
              <a:buNone/>
            </a:pPr>
            <a:r>
              <a:rPr lang="en-US" sz="1283" b="1" i="1" spc="115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0 +----------------------------------&gt;</a:t>
            </a:r>
            <a:endParaRPr lang="en-US" sz="1283" dirty="0"/>
          </a:p>
          <a:p>
            <a:pPr algn="l" indent="0" marL="0">
              <a:lnSpc>
                <a:spcPts val="1693"/>
              </a:lnSpc>
              <a:buNone/>
            </a:pPr>
            <a:r>
              <a:rPr lang="en-US" sz="1283" b="1" i="1" spc="115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0     2     4     6     8     10</a:t>
            </a:r>
            <a:endParaRPr lang="en-US" sz="1283" dirty="0"/>
          </a:p>
          <a:p>
            <a:pPr algn="l" indent="0" marL="0">
              <a:lnSpc>
                <a:spcPts val="1693"/>
              </a:lnSpc>
              <a:buNone/>
            </a:pPr>
            <a:r>
              <a:rPr lang="en-US" sz="1283" b="1" i="1" spc="115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    Fuck Around</a:t>
            </a:r>
            <a:endParaRPr lang="en-US" sz="128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714500" y="240030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EEEEEE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resources in the description</a:t>
            </a:r>
            <a:endParaRPr lang="en-US" sz="2138" dirty="0"/>
          </a:p>
        </p:txBody>
      </p:sp>
      <p:sp>
        <p:nvSpPr>
          <p:cNvPr id="4" name="Text 1"/>
          <p:cNvSpPr/>
          <p:nvPr/>
        </p:nvSpPr>
        <p:spPr>
          <a:xfrm>
            <a:off x="4210050" y="2909888"/>
            <a:ext cx="71913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524"/>
              </a:lnSpc>
              <a:buNone/>
            </a:pPr>
            <a:r>
              <a:rPr lang="en-US" sz="3420" spc="308" kern="0" dirty="0">
                <a:solidFill>
                  <a:srgbClr val="000000">
                    <a:alpha val="99000"/>
                  </a:srgbClr>
                </a:solidFill>
                <a:latin typeface="Castoro" pitchFamily="34" charset="0"/>
                <a:ea typeface="Castoro" pitchFamily="34" charset="-122"/>
                <a:cs typeface="Castoro" pitchFamily="34" charset="-120"/>
              </a:rPr>
              <a:t>🪙</a:t>
            </a:r>
            <a:endParaRPr lang="en-US" sz="34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24025" y="1604963"/>
            <a:ext cx="5715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EEEEEE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ROAD NOT TAKEN</a:t>
            </a:r>
            <a:endParaRPr lang="en-US" sz="2138" dirty="0"/>
          </a:p>
          <a:p>
            <a:pPr algn="ctr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EEEEEE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3810000" y="2176463"/>
            <a:ext cx="15097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spc="-26" kern="0" dirty="0">
                <a:solidFill>
                  <a:srgbClr val="EEEEEE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ROBERT FROST</a:t>
            </a:r>
            <a:endParaRPr lang="en-US" sz="1283" dirty="0"/>
          </a:p>
        </p:txBody>
      </p:sp>
      <p:sp>
        <p:nvSpPr>
          <p:cNvPr id="4" name="Shape 2"/>
          <p:cNvSpPr/>
          <p:nvPr/>
        </p:nvSpPr>
        <p:spPr>
          <a:xfrm>
            <a:off x="3657600" y="2805113"/>
            <a:ext cx="2109788" cy="2038350"/>
          </a:xfrm>
          <a:prstGeom prst="rect">
            <a:avLst/>
          </a:prstGeom>
          <a:noFill/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918984" y="2805113"/>
            <a:ext cx="276183" cy="26388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932160" y="2836512"/>
            <a:ext cx="830377" cy="941817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120348" y="3319944"/>
            <a:ext cx="208020" cy="797305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252010" y="3459447"/>
            <a:ext cx="407873" cy="96849"/>
          </a:xfrm>
          <a:prstGeom prst="rect">
            <a:avLst/>
          </a:prstGeom>
        </p:spPr>
      </p:pic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rcRect l="0" r="-1" t="0" b="0"/>
          <a:stretch/>
        </p:blipFill>
        <p:spPr>
          <a:xfrm>
            <a:off x="4066896" y="3092566"/>
            <a:ext cx="122820" cy="383477"/>
          </a:xfrm>
          <a:prstGeom prst="rect">
            <a:avLst/>
          </a:prstGeom>
        </p:spPr>
      </p:pic>
      <p:pic>
        <p:nvPicPr>
          <p:cNvPr id="1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928225" y="4083039"/>
            <a:ext cx="1839158" cy="270625"/>
          </a:xfrm>
          <a:prstGeom prst="rect">
            <a:avLst/>
          </a:prstGeom>
        </p:spPr>
      </p:pic>
      <p:pic>
        <p:nvPicPr>
          <p:cNvPr id="11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3673590" y="4230091"/>
            <a:ext cx="408505" cy="473816"/>
          </a:xfrm>
          <a:prstGeom prst="rect">
            <a:avLst/>
          </a:prstGeom>
        </p:spPr>
      </p:pic>
      <p:pic>
        <p:nvPicPr>
          <p:cNvPr id="12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4075895" y="4566408"/>
            <a:ext cx="1683386" cy="277052"/>
          </a:xfrm>
          <a:prstGeom prst="rect">
            <a:avLst/>
          </a:prstGeom>
        </p:spPr>
      </p:pic>
      <p:pic>
        <p:nvPicPr>
          <p:cNvPr id="13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5392578" y="4435108"/>
            <a:ext cx="338724" cy="5338"/>
          </a:xfrm>
          <a:prstGeom prst="rect">
            <a:avLst/>
          </a:prstGeom>
        </p:spPr>
      </p:pic>
      <p:pic>
        <p:nvPicPr>
          <p:cNvPr id="14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4758435" y="4435108"/>
            <a:ext cx="338724" cy="5338"/>
          </a:xfrm>
          <a:prstGeom prst="rect">
            <a:avLst/>
          </a:prstGeom>
        </p:spPr>
      </p:pic>
      <p:pic>
        <p:nvPicPr>
          <p:cNvPr id="15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4179150" y="3837226"/>
            <a:ext cx="580002" cy="448412"/>
          </a:xfrm>
          <a:prstGeom prst="rect">
            <a:avLst/>
          </a:prstGeom>
        </p:spPr>
      </p:pic>
      <p:pic>
        <p:nvPicPr>
          <p:cNvPr id="16" name="Image 11" descr="preencoded.png">    </p:cNvPr>
          <p:cNvPicPr>
            <a:picLocks noChangeAspect="1"/>
          </p:cNvPicPr>
          <p:nvPr/>
        </p:nvPicPr>
        <p:blipFill>
          <a:blip r:embed="rId12"/>
          <a:srcRect l="0" r="1" t="0" b="0"/>
          <a:stretch/>
        </p:blipFill>
        <p:spPr>
          <a:xfrm>
            <a:off x="4263293" y="3899950"/>
            <a:ext cx="159232" cy="18684"/>
          </a:xfrm>
          <a:prstGeom prst="rect">
            <a:avLst/>
          </a:prstGeom>
        </p:spPr>
      </p:pic>
      <p:pic>
        <p:nvPicPr>
          <p:cNvPr id="17" name="Image 12" descr="preencoded.png">    </p:cNvPr>
          <p:cNvPicPr>
            <a:picLocks noChangeAspect="1"/>
          </p:cNvPicPr>
          <p:nvPr/>
        </p:nvPicPr>
        <p:blipFill>
          <a:blip r:embed="rId13"/>
          <a:srcRect l="0" r="1" t="0" b="0"/>
          <a:stretch/>
        </p:blipFill>
        <p:spPr>
          <a:xfrm>
            <a:off x="4436492" y="4036075"/>
            <a:ext cx="159232" cy="18684"/>
          </a:xfrm>
          <a:prstGeom prst="rect">
            <a:avLst/>
          </a:prstGeom>
        </p:spPr>
      </p:pic>
      <p:pic>
        <p:nvPicPr>
          <p:cNvPr id="18" name="Image 13" descr="preencoded.png">    </p:cNvPr>
          <p:cNvPicPr>
            <a:picLocks noChangeAspect="1"/>
          </p:cNvPicPr>
          <p:nvPr/>
        </p:nvPicPr>
        <p:blipFill>
          <a:blip r:embed="rId14"/>
          <a:srcRect l="0" r="-1" t="0" b="0"/>
          <a:stretch/>
        </p:blipFill>
        <p:spPr>
          <a:xfrm>
            <a:off x="3657605" y="4207627"/>
            <a:ext cx="147014" cy="73276"/>
          </a:xfrm>
          <a:prstGeom prst="rect">
            <a:avLst/>
          </a:prstGeom>
        </p:spPr>
      </p:pic>
      <p:pic>
        <p:nvPicPr>
          <p:cNvPr id="19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5097163" y="4488971"/>
            <a:ext cx="124192" cy="51910"/>
          </a:xfrm>
          <a:prstGeom prst="rect">
            <a:avLst/>
          </a:prstGeom>
        </p:spPr>
      </p:pic>
      <p:pic>
        <p:nvPicPr>
          <p:cNvPr id="20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5241573" y="4462281"/>
            <a:ext cx="126262" cy="59093"/>
          </a:xfrm>
          <a:prstGeom prst="rect">
            <a:avLst/>
          </a:prstGeom>
        </p:spPr>
      </p:pic>
      <p:pic>
        <p:nvPicPr>
          <p:cNvPr id="21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5134994" y="4099842"/>
            <a:ext cx="214801" cy="398359"/>
          </a:xfrm>
          <a:prstGeom prst="rect">
            <a:avLst/>
          </a:prstGeom>
        </p:spPr>
      </p:pic>
      <p:pic>
        <p:nvPicPr>
          <p:cNvPr id="22" name="Image 17" descr="preencoded.png">    </p:cNvPr>
          <p:cNvPicPr>
            <a:picLocks noChangeAspect="1"/>
          </p:cNvPicPr>
          <p:nvPr/>
        </p:nvPicPr>
        <p:blipFill>
          <a:blip r:embed="rId18"/>
          <a:srcRect l="0" r="-1" t="0" b="1"/>
          <a:stretch/>
        </p:blipFill>
        <p:spPr>
          <a:xfrm>
            <a:off x="5170326" y="3817782"/>
            <a:ext cx="76995" cy="81376"/>
          </a:xfrm>
          <a:prstGeom prst="rect">
            <a:avLst/>
          </a:prstGeom>
        </p:spPr>
      </p:pic>
      <p:pic>
        <p:nvPicPr>
          <p:cNvPr id="23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>
            <a:off x="5139900" y="3765797"/>
            <a:ext cx="91897" cy="87803"/>
          </a:xfrm>
          <a:prstGeom prst="rect">
            <a:avLst/>
          </a:prstGeom>
        </p:spPr>
      </p:pic>
      <p:pic>
        <p:nvPicPr>
          <p:cNvPr id="24" name="Image 19" descr="preencoded.png">    </p:cNvPr>
          <p:cNvPicPr>
            <a:picLocks noChangeAspect="1"/>
          </p:cNvPicPr>
          <p:nvPr/>
        </p:nvPicPr>
        <p:blipFill>
          <a:blip r:embed="rId20"/>
          <a:srcRect l="0" r="1" t="0" b="0"/>
          <a:stretch/>
        </p:blipFill>
        <p:spPr>
          <a:xfrm>
            <a:off x="5145137" y="3854166"/>
            <a:ext cx="140680" cy="293586"/>
          </a:xfrm>
          <a:prstGeom prst="rect">
            <a:avLst/>
          </a:prstGeom>
        </p:spPr>
      </p:pic>
      <p:pic>
        <p:nvPicPr>
          <p:cNvPr id="25" name="Image 20" descr="preencoded.png">    </p:cNvPr>
          <p:cNvPicPr>
            <a:picLocks noChangeAspect="1"/>
          </p:cNvPicPr>
          <p:nvPr/>
        </p:nvPicPr>
        <p:blipFill>
          <a:blip r:embed="rId21"/>
          <a:srcRect l="0" r="2" t="0" b="0"/>
          <a:stretch/>
        </p:blipFill>
        <p:spPr>
          <a:xfrm>
            <a:off x="5125208" y="3966913"/>
            <a:ext cx="112365" cy="243232"/>
          </a:xfrm>
          <a:prstGeom prst="rect">
            <a:avLst/>
          </a:prstGeom>
        </p:spPr>
      </p:pic>
      <p:pic>
        <p:nvPicPr>
          <p:cNvPr id="26" name="Image 21" descr="preencoded.png">    </p:cNvPr>
          <p:cNvPicPr>
            <a:picLocks noChangeAspect="1"/>
          </p:cNvPicPr>
          <p:nvPr/>
        </p:nvPicPr>
        <p:blipFill>
          <a:blip r:embed="rId22"/>
          <a:srcRect l="0" r="1" t="0" b="0"/>
          <a:stretch/>
        </p:blipFill>
        <p:spPr>
          <a:xfrm>
            <a:off x="5168643" y="3889776"/>
            <a:ext cx="74158" cy="94932"/>
          </a:xfrm>
          <a:prstGeom prst="rect">
            <a:avLst/>
          </a:prstGeom>
        </p:spPr>
      </p:pic>
      <p:pic>
        <p:nvPicPr>
          <p:cNvPr id="27" name="Image 22" descr="preencoded.png">    </p:cNvPr>
          <p:cNvPicPr>
            <a:picLocks noChangeAspect="1"/>
          </p:cNvPicPr>
          <p:nvPr/>
        </p:nvPicPr>
        <p:blipFill>
          <a:blip r:embed="rId23"/>
          <a:srcRect l="0" r="2" t="0" b="-1"/>
          <a:stretch/>
        </p:blipFill>
        <p:spPr>
          <a:xfrm>
            <a:off x="5145207" y="3751838"/>
            <a:ext cx="109831" cy="978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090738"/>
            <a:ext cx="5715000" cy="957263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2090738"/>
            <a:ext cx="571500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24"/>
              </a:lnSpc>
              <a:buNone/>
            </a:pPr>
            <a:r>
              <a:rPr lang="en-US" sz="3420" spc="308" kern="0" dirty="0">
                <a:solidFill>
                  <a:srgbClr val="0C8CE9">
                    <a:alpha val="99000"/>
                  </a:srgbClr>
                </a:solidFill>
                <a:latin typeface="Castoro" pitchFamily="34" charset="0"/>
                <a:ea typeface="Castoro" pitchFamily="34" charset="-122"/>
                <a:cs typeface="Castoro" pitchFamily="34" charset="-120"/>
              </a:rPr>
              <a:t>Technical Analysis</a:t>
            </a:r>
            <a:endParaRPr lang="en-US" sz="3420" dirty="0"/>
          </a:p>
        </p:txBody>
      </p:sp>
      <p:sp>
        <p:nvSpPr>
          <p:cNvPr id="4" name="Text 2"/>
          <p:cNvSpPr/>
          <p:nvPr/>
        </p:nvSpPr>
        <p:spPr>
          <a:xfrm>
            <a:off x="609600" y="2809875"/>
            <a:ext cx="57150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i="1" spc="-13" kern="0" dirty="0">
                <a:solidFill>
                  <a:srgbClr val="0C8CE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Getting on the Market’s Nerves</a:t>
            </a:r>
            <a:endParaRPr lang="en-US" sz="128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75438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BDD2E8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 Pan Ek Wave Che</a:t>
            </a:r>
            <a:endParaRPr lang="en-US" sz="1710" dirty="0"/>
          </a:p>
        </p:txBody>
      </p:sp>
      <p:sp>
        <p:nvSpPr>
          <p:cNvPr id="3" name="Shape 1"/>
          <p:cNvSpPr/>
          <p:nvPr/>
        </p:nvSpPr>
        <p:spPr>
          <a:xfrm>
            <a:off x="604838" y="2119313"/>
            <a:ext cx="2439987" cy="500063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604838" y="2119313"/>
            <a:ext cx="24399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</a:t>
            </a:r>
            <a:endParaRPr lang="en-US" sz="1283" dirty="0"/>
          </a:p>
        </p:txBody>
      </p:sp>
      <p:sp>
        <p:nvSpPr>
          <p:cNvPr id="5" name="Text 3"/>
          <p:cNvSpPr/>
          <p:nvPr/>
        </p:nvSpPr>
        <p:spPr>
          <a:xfrm>
            <a:off x="604838" y="2424113"/>
            <a:ext cx="2439987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b="1" spc="-11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Certainties. Only Probabilities.</a:t>
            </a:r>
            <a:endParaRPr lang="en-US" sz="1069" dirty="0"/>
          </a:p>
        </p:txBody>
      </p:sp>
      <p:sp>
        <p:nvSpPr>
          <p:cNvPr id="6" name="Shape 4"/>
          <p:cNvSpPr/>
          <p:nvPr/>
        </p:nvSpPr>
        <p:spPr>
          <a:xfrm>
            <a:off x="3349623" y="2119313"/>
            <a:ext cx="2439988" cy="457200"/>
          </a:xfrm>
          <a:prstGeom prst="rect">
            <a:avLst/>
          </a:prstGeom>
          <a:noFill/>
          <a:ln/>
        </p:spPr>
      </p:sp>
      <p:sp>
        <p:nvSpPr>
          <p:cNvPr id="7" name="Text 5"/>
          <p:cNvSpPr/>
          <p:nvPr/>
        </p:nvSpPr>
        <p:spPr>
          <a:xfrm>
            <a:off x="3349623" y="2119313"/>
            <a:ext cx="24399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887A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Mechanics</a:t>
            </a:r>
            <a:endParaRPr lang="en-US" sz="1283" dirty="0"/>
          </a:p>
        </p:txBody>
      </p:sp>
      <p:sp>
        <p:nvSpPr>
          <p:cNvPr id="8" name="Text 6"/>
          <p:cNvSpPr/>
          <p:nvPr/>
        </p:nvSpPr>
        <p:spPr>
          <a:xfrm>
            <a:off x="3349623" y="2424113"/>
            <a:ext cx="24399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b="1" spc="-4" kern="0" dirty="0">
                <a:solidFill>
                  <a:srgbClr val="0091F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 = f(P, V, S)</a:t>
            </a:r>
            <a:endParaRPr lang="en-US" sz="855" dirty="0"/>
          </a:p>
        </p:txBody>
      </p:sp>
      <p:sp>
        <p:nvSpPr>
          <p:cNvPr id="9" name="Shape 7"/>
          <p:cNvSpPr/>
          <p:nvPr/>
        </p:nvSpPr>
        <p:spPr>
          <a:xfrm>
            <a:off x="6094414" y="2119313"/>
            <a:ext cx="2439988" cy="500063"/>
          </a:xfrm>
          <a:prstGeom prst="rect">
            <a:avLst/>
          </a:prstGeom>
          <a:noFill/>
          <a:ln/>
        </p:spPr>
      </p:sp>
      <p:sp>
        <p:nvSpPr>
          <p:cNvPr id="10" name="Text 8"/>
          <p:cNvSpPr/>
          <p:nvPr/>
        </p:nvSpPr>
        <p:spPr>
          <a:xfrm>
            <a:off x="6094414" y="2119313"/>
            <a:ext cx="24399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III derivation of x</a:t>
            </a:r>
            <a:endParaRPr lang="en-US" sz="1283" dirty="0"/>
          </a:p>
        </p:txBody>
      </p:sp>
      <p:sp>
        <p:nvSpPr>
          <p:cNvPr id="11" name="Text 9"/>
          <p:cNvSpPr/>
          <p:nvPr/>
        </p:nvSpPr>
        <p:spPr>
          <a:xfrm>
            <a:off x="6094414" y="2424113"/>
            <a:ext cx="2439988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b="1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Ε, Σ, Π</a:t>
            </a:r>
            <a:endParaRPr lang="en-US" sz="1069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5850" y="1238250"/>
            <a:ext cx="6972300" cy="1243013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1085850" y="1238250"/>
            <a:ext cx="69723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EEEEEE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WILL INVENT AN WHOLE NEW FIELD OF MATHEMATICS </a:t>
            </a:r>
            <a:endParaRPr lang="en-US" sz="1283" dirty="0"/>
          </a:p>
          <a:p>
            <a:pPr algn="ctr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EEEEEE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JUST SOLVE MY OWN IMAGINATION</a:t>
            </a:r>
            <a:endParaRPr lang="en-US" sz="1283" dirty="0"/>
          </a:p>
          <a:p>
            <a:pPr algn="ctr" indent="0" marL="0">
              <a:lnSpc>
                <a:spcPts val="1924"/>
              </a:lnSpc>
              <a:buNone/>
            </a:pPr>
            <a:r>
              <a:rPr lang="en-US" sz="713" spc="-13" kern="0" dirty="0">
                <a:solidFill>
                  <a:srgbClr val="EEEEEE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BUT YOU ARE NOT NERDY ENOUGH TO UNDERSTAND</a:t>
            </a:r>
            <a:endParaRPr lang="en-US" sz="1283" dirty="0"/>
          </a:p>
        </p:txBody>
      </p:sp>
      <p:sp>
        <p:nvSpPr>
          <p:cNvPr id="4" name="Text 2"/>
          <p:cNvSpPr/>
          <p:nvPr/>
        </p:nvSpPr>
        <p:spPr>
          <a:xfrm>
            <a:off x="1085850" y="2286000"/>
            <a:ext cx="6972300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EEEEEE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ANGAT SINGH SONE</a:t>
            </a:r>
            <a:endParaRPr lang="en-US" sz="1069" dirty="0"/>
          </a:p>
        </p:txBody>
      </p:sp>
      <p:sp>
        <p:nvSpPr>
          <p:cNvPr id="5" name="Shape 3"/>
          <p:cNvSpPr/>
          <p:nvPr/>
        </p:nvSpPr>
        <p:spPr>
          <a:xfrm>
            <a:off x="0" y="2571750"/>
            <a:ext cx="2290763" cy="2571750"/>
          </a:xfrm>
          <a:prstGeom prst="rect">
            <a:avLst/>
          </a:prstGeom>
          <a:noFill/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88592" y="4977423"/>
            <a:ext cx="960267" cy="113234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12800" y="4137936"/>
            <a:ext cx="907814" cy="937101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7506" y="4883711"/>
            <a:ext cx="282429" cy="249893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rcRect l="0" r="1" t="0" b="0"/>
          <a:stretch/>
        </p:blipFill>
        <p:spPr>
          <a:xfrm>
            <a:off x="718417" y="3171577"/>
            <a:ext cx="254068" cy="413864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rcRect l="0" r="1" t="0" b="0"/>
          <a:stretch/>
        </p:blipFill>
        <p:spPr>
          <a:xfrm>
            <a:off x="663759" y="4663110"/>
            <a:ext cx="175566" cy="275186"/>
          </a:xfrm>
          <a:prstGeom prst="rect">
            <a:avLst/>
          </a:prstGeom>
        </p:spPr>
      </p:pic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95598" y="4003234"/>
            <a:ext cx="1007455" cy="1017024"/>
          </a:xfrm>
          <a:prstGeom prst="rect">
            <a:avLst/>
          </a:prstGeom>
        </p:spPr>
      </p:pic>
      <p:pic>
        <p:nvPicPr>
          <p:cNvPr id="1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246659" y="4977775"/>
            <a:ext cx="397911" cy="165718"/>
          </a:xfrm>
          <a:prstGeom prst="rect">
            <a:avLst/>
          </a:prstGeom>
        </p:spPr>
      </p:pic>
      <p:pic>
        <p:nvPicPr>
          <p:cNvPr id="13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523266" y="3424167"/>
            <a:ext cx="513922" cy="633275"/>
          </a:xfrm>
          <a:prstGeom prst="rect">
            <a:avLst/>
          </a:prstGeom>
        </p:spPr>
      </p:pic>
      <p:pic>
        <p:nvPicPr>
          <p:cNvPr id="14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946175" y="3550294"/>
            <a:ext cx="131206" cy="417972"/>
          </a:xfrm>
          <a:prstGeom prst="rect">
            <a:avLst/>
          </a:prstGeom>
        </p:spPr>
      </p:pic>
      <p:pic>
        <p:nvPicPr>
          <p:cNvPr id="15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935878" y="3878276"/>
            <a:ext cx="188189" cy="164656"/>
          </a:xfrm>
          <a:prstGeom prst="rect">
            <a:avLst/>
          </a:prstGeom>
        </p:spPr>
      </p:pic>
      <p:pic>
        <p:nvPicPr>
          <p:cNvPr id="16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855469" y="3601051"/>
            <a:ext cx="411552" cy="187419"/>
          </a:xfrm>
          <a:prstGeom prst="rect">
            <a:avLst/>
          </a:prstGeom>
        </p:spPr>
      </p:pic>
      <p:pic>
        <p:nvPicPr>
          <p:cNvPr id="17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681972" y="3601054"/>
            <a:ext cx="585034" cy="341003"/>
          </a:xfrm>
          <a:prstGeom prst="rect">
            <a:avLst/>
          </a:prstGeom>
        </p:spPr>
      </p:pic>
      <p:pic>
        <p:nvPicPr>
          <p:cNvPr id="18" name="Image 12" descr="preencoded.png">    </p:cNvPr>
          <p:cNvPicPr>
            <a:picLocks noChangeAspect="1"/>
          </p:cNvPicPr>
          <p:nvPr/>
        </p:nvPicPr>
        <p:blipFill>
          <a:blip r:embed="rId13"/>
          <a:srcRect l="0" r="-1" t="0" b="0"/>
          <a:stretch/>
        </p:blipFill>
        <p:spPr>
          <a:xfrm>
            <a:off x="1081413" y="3773623"/>
            <a:ext cx="96934" cy="221796"/>
          </a:xfrm>
          <a:prstGeom prst="rect">
            <a:avLst/>
          </a:prstGeom>
        </p:spPr>
      </p:pic>
      <p:pic>
        <p:nvPicPr>
          <p:cNvPr id="19" name="Image 13" descr="preencoded.png">    </p:cNvPr>
          <p:cNvPicPr>
            <a:picLocks noChangeAspect="1"/>
          </p:cNvPicPr>
          <p:nvPr/>
        </p:nvPicPr>
        <p:blipFill>
          <a:blip r:embed="rId14"/>
          <a:srcRect l="0" r="1" t="0" b="0"/>
          <a:stretch/>
        </p:blipFill>
        <p:spPr>
          <a:xfrm>
            <a:off x="729169" y="3813020"/>
            <a:ext cx="168185" cy="169313"/>
          </a:xfrm>
          <a:prstGeom prst="rect">
            <a:avLst/>
          </a:prstGeom>
        </p:spPr>
      </p:pic>
      <p:pic>
        <p:nvPicPr>
          <p:cNvPr id="20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438257" y="3503441"/>
            <a:ext cx="328892" cy="545658"/>
          </a:xfrm>
          <a:prstGeom prst="rect">
            <a:avLst/>
          </a:prstGeom>
        </p:spPr>
      </p:pic>
      <p:pic>
        <p:nvPicPr>
          <p:cNvPr id="21" name="Image 15" descr="preencoded.png">    </p:cNvPr>
          <p:cNvPicPr>
            <a:picLocks noChangeAspect="1"/>
          </p:cNvPicPr>
          <p:nvPr/>
        </p:nvPicPr>
        <p:blipFill>
          <a:blip r:embed="rId16"/>
          <a:srcRect l="0" r="3" t="0" b="0"/>
          <a:stretch/>
        </p:blipFill>
        <p:spPr>
          <a:xfrm>
            <a:off x="1043081" y="3884526"/>
            <a:ext cx="72623" cy="140180"/>
          </a:xfrm>
          <a:prstGeom prst="rect">
            <a:avLst/>
          </a:prstGeom>
        </p:spPr>
      </p:pic>
      <p:pic>
        <p:nvPicPr>
          <p:cNvPr id="22" name="Image 16" descr="preencoded.png">    </p:cNvPr>
          <p:cNvPicPr>
            <a:picLocks noChangeAspect="1"/>
          </p:cNvPicPr>
          <p:nvPr/>
        </p:nvPicPr>
        <p:blipFill>
          <a:blip r:embed="rId17"/>
          <a:srcRect l="0" r="1" t="0" b="0"/>
          <a:stretch/>
        </p:blipFill>
        <p:spPr>
          <a:xfrm>
            <a:off x="20176" y="2798659"/>
            <a:ext cx="217870" cy="210845"/>
          </a:xfrm>
          <a:prstGeom prst="rect">
            <a:avLst/>
          </a:prstGeom>
        </p:spPr>
      </p:pic>
      <p:pic>
        <p:nvPicPr>
          <p:cNvPr id="23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0" b="0"/>
          <a:stretch/>
        </p:blipFill>
        <p:spPr>
          <a:xfrm>
            <a:off x="0" y="3688905"/>
            <a:ext cx="258221" cy="249894"/>
          </a:xfrm>
          <a:prstGeom prst="rect">
            <a:avLst/>
          </a:prstGeom>
        </p:spPr>
      </p:pic>
      <p:pic>
        <p:nvPicPr>
          <p:cNvPr id="24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>
            <a:off x="1049541" y="2571750"/>
            <a:ext cx="261426" cy="219103"/>
          </a:xfrm>
          <a:prstGeom prst="rect">
            <a:avLst/>
          </a:prstGeom>
        </p:spPr>
      </p:pic>
      <p:pic>
        <p:nvPicPr>
          <p:cNvPr id="25" name="Image 19" descr="preencoded.png">    </p:cNvPr>
          <p:cNvPicPr>
            <a:picLocks noChangeAspect="1"/>
          </p:cNvPicPr>
          <p:nvPr/>
        </p:nvPicPr>
        <p:blipFill>
          <a:blip r:embed="rId20"/>
          <a:srcRect l="0" r="0" t="0" b="0"/>
          <a:stretch/>
        </p:blipFill>
        <p:spPr>
          <a:xfrm>
            <a:off x="1793044" y="2904084"/>
            <a:ext cx="497718" cy="469020"/>
          </a:xfrm>
          <a:prstGeom prst="rect">
            <a:avLst/>
          </a:prstGeom>
        </p:spPr>
      </p:pic>
      <p:pic>
        <p:nvPicPr>
          <p:cNvPr id="26" name="Image 20" descr="preencoded.png">    </p:cNvPr>
          <p:cNvPicPr>
            <a:picLocks noChangeAspect="1"/>
          </p:cNvPicPr>
          <p:nvPr/>
        </p:nvPicPr>
        <p:blipFill>
          <a:blip r:embed="rId21"/>
          <a:srcRect l="0" r="7211" t="0" b="16082"/>
          <a:stretch/>
        </p:blipFill>
        <p:spPr>
          <a:xfrm>
            <a:off x="657130" y="3112408"/>
            <a:ext cx="338124" cy="241029"/>
          </a:xfrm>
          <a:prstGeom prst="rect">
            <a:avLst/>
          </a:prstGeom>
        </p:spPr>
      </p:pic>
      <p:sp>
        <p:nvSpPr>
          <p:cNvPr id="27" name="Shape 4"/>
          <p:cNvSpPr/>
          <p:nvPr/>
        </p:nvSpPr>
        <p:spPr>
          <a:xfrm>
            <a:off x="6429328" y="2625885"/>
            <a:ext cx="2547938" cy="2505075"/>
          </a:xfrm>
          <a:prstGeom prst="rect">
            <a:avLst/>
          </a:prstGeom>
          <a:noFill/>
          <a:ln/>
        </p:spPr>
      </p:sp>
      <p:pic>
        <p:nvPicPr>
          <p:cNvPr id="28" name="Image 21" descr="preencoded.png">    </p:cNvPr>
          <p:cNvPicPr>
            <a:picLocks noChangeAspect="1"/>
          </p:cNvPicPr>
          <p:nvPr/>
        </p:nvPicPr>
        <p:blipFill>
          <a:blip r:embed="rId22"/>
          <a:srcRect l="0" r="0" t="0" b="0"/>
          <a:stretch/>
        </p:blipFill>
        <p:spPr>
          <a:xfrm>
            <a:off x="8134862" y="3270991"/>
            <a:ext cx="364052" cy="662502"/>
          </a:xfrm>
          <a:prstGeom prst="rect">
            <a:avLst/>
          </a:prstGeom>
        </p:spPr>
      </p:pic>
      <p:pic>
        <p:nvPicPr>
          <p:cNvPr id="29" name="Image 22" descr="preencoded.png">    </p:cNvPr>
          <p:cNvPicPr>
            <a:picLocks noChangeAspect="1"/>
          </p:cNvPicPr>
          <p:nvPr/>
        </p:nvPicPr>
        <p:blipFill>
          <a:blip r:embed="rId23"/>
          <a:srcRect l="0" r="-1" t="0" b="0"/>
          <a:stretch/>
        </p:blipFill>
        <p:spPr>
          <a:xfrm>
            <a:off x="7622177" y="3771140"/>
            <a:ext cx="325850" cy="740464"/>
          </a:xfrm>
          <a:prstGeom prst="rect">
            <a:avLst/>
          </a:prstGeom>
        </p:spPr>
      </p:pic>
      <p:pic>
        <p:nvPicPr>
          <p:cNvPr id="30" name="Image 23" descr="preencoded.png">    </p:cNvPr>
          <p:cNvPicPr>
            <a:picLocks noChangeAspect="1"/>
          </p:cNvPicPr>
          <p:nvPr/>
        </p:nvPicPr>
        <p:blipFill>
          <a:blip r:embed="rId24"/>
          <a:srcRect l="0" r="0" t="0" b="0"/>
          <a:stretch/>
        </p:blipFill>
        <p:spPr>
          <a:xfrm>
            <a:off x="8120965" y="4202733"/>
            <a:ext cx="470427" cy="617083"/>
          </a:xfrm>
          <a:prstGeom prst="rect">
            <a:avLst/>
          </a:prstGeom>
        </p:spPr>
      </p:pic>
      <p:pic>
        <p:nvPicPr>
          <p:cNvPr id="31" name="Image 24" descr="preencoded.png">    </p:cNvPr>
          <p:cNvPicPr>
            <a:picLocks noChangeAspect="1"/>
          </p:cNvPicPr>
          <p:nvPr/>
        </p:nvPicPr>
        <p:blipFill>
          <a:blip r:embed="rId25"/>
          <a:srcRect l="0" r="0" t="0" b="26"/>
          <a:stretch/>
        </p:blipFill>
        <p:spPr>
          <a:xfrm>
            <a:off x="7786743" y="5115450"/>
            <a:ext cx="1107318" cy="15510"/>
          </a:xfrm>
          <a:prstGeom prst="rect">
            <a:avLst/>
          </a:prstGeom>
        </p:spPr>
      </p:pic>
      <p:pic>
        <p:nvPicPr>
          <p:cNvPr id="32" name="Image 25" descr="preencoded.png">    </p:cNvPr>
          <p:cNvPicPr>
            <a:picLocks noChangeAspect="1"/>
          </p:cNvPicPr>
          <p:nvPr/>
        </p:nvPicPr>
        <p:blipFill>
          <a:blip r:embed="rId26"/>
          <a:srcRect l="0" r="0" t="0" b="0"/>
          <a:stretch/>
        </p:blipFill>
        <p:spPr>
          <a:xfrm>
            <a:off x="7944380" y="4588140"/>
            <a:ext cx="788966" cy="539779"/>
          </a:xfrm>
          <a:prstGeom prst="rect">
            <a:avLst/>
          </a:prstGeom>
        </p:spPr>
      </p:pic>
      <p:pic>
        <p:nvPicPr>
          <p:cNvPr id="33" name="Image 26" descr="preencoded.png">    </p:cNvPr>
          <p:cNvPicPr>
            <a:picLocks noChangeAspect="1"/>
          </p:cNvPicPr>
          <p:nvPr/>
        </p:nvPicPr>
        <p:blipFill>
          <a:blip r:embed="rId27"/>
          <a:srcRect l="0" r="0" t="0" b="0"/>
          <a:stretch/>
        </p:blipFill>
        <p:spPr>
          <a:xfrm>
            <a:off x="8144424" y="3710669"/>
            <a:ext cx="400887" cy="781947"/>
          </a:xfrm>
          <a:prstGeom prst="rect">
            <a:avLst/>
          </a:prstGeom>
        </p:spPr>
      </p:pic>
      <p:pic>
        <p:nvPicPr>
          <p:cNvPr id="34" name="Image 27" descr="preencoded.png">    </p:cNvPr>
          <p:cNvPicPr>
            <a:picLocks noChangeAspect="1"/>
          </p:cNvPicPr>
          <p:nvPr/>
        </p:nvPicPr>
        <p:blipFill>
          <a:blip r:embed="rId28"/>
          <a:srcRect l="0" r="1" t="0" b="0"/>
          <a:stretch/>
        </p:blipFill>
        <p:spPr>
          <a:xfrm>
            <a:off x="8436425" y="3710314"/>
            <a:ext cx="342370" cy="1352795"/>
          </a:xfrm>
          <a:prstGeom prst="rect">
            <a:avLst/>
          </a:prstGeom>
        </p:spPr>
      </p:pic>
      <p:pic>
        <p:nvPicPr>
          <p:cNvPr id="35" name="Image 28" descr="preencoded.png">    </p:cNvPr>
          <p:cNvPicPr>
            <a:picLocks noChangeAspect="1"/>
          </p:cNvPicPr>
          <p:nvPr/>
        </p:nvPicPr>
        <p:blipFill>
          <a:blip r:embed="rId29"/>
          <a:srcRect l="0" r="1" t="0" b="0"/>
          <a:stretch/>
        </p:blipFill>
        <p:spPr>
          <a:xfrm>
            <a:off x="7944315" y="3724522"/>
            <a:ext cx="350304" cy="1275905"/>
          </a:xfrm>
          <a:prstGeom prst="rect">
            <a:avLst/>
          </a:prstGeom>
        </p:spPr>
      </p:pic>
      <p:pic>
        <p:nvPicPr>
          <p:cNvPr id="36" name="Image 29" descr="preencoded.png">    </p:cNvPr>
          <p:cNvPicPr>
            <a:picLocks noChangeAspect="1"/>
          </p:cNvPicPr>
          <p:nvPr/>
        </p:nvPicPr>
        <p:blipFill>
          <a:blip r:embed="rId30"/>
          <a:srcRect l="0" r="0" t="0" b="0"/>
          <a:stretch/>
        </p:blipFill>
        <p:spPr>
          <a:xfrm>
            <a:off x="7670332" y="3836614"/>
            <a:ext cx="427360" cy="688503"/>
          </a:xfrm>
          <a:prstGeom prst="rect">
            <a:avLst/>
          </a:prstGeom>
        </p:spPr>
      </p:pic>
      <p:pic>
        <p:nvPicPr>
          <p:cNvPr id="37" name="Image 30" descr="preencoded.png">    </p:cNvPr>
          <p:cNvPicPr>
            <a:picLocks noChangeAspect="1"/>
          </p:cNvPicPr>
          <p:nvPr/>
        </p:nvPicPr>
        <p:blipFill>
          <a:blip r:embed="rId31"/>
          <a:srcRect l="0" r="0" t="0" b="0"/>
          <a:stretch/>
        </p:blipFill>
        <p:spPr>
          <a:xfrm>
            <a:off x="8548753" y="4429234"/>
            <a:ext cx="389316" cy="592792"/>
          </a:xfrm>
          <a:prstGeom prst="rect">
            <a:avLst/>
          </a:prstGeom>
        </p:spPr>
      </p:pic>
      <p:pic>
        <p:nvPicPr>
          <p:cNvPr id="38" name="Image 31" descr="preencoded.png">    </p:cNvPr>
          <p:cNvPicPr>
            <a:picLocks noChangeAspect="1"/>
          </p:cNvPicPr>
          <p:nvPr/>
        </p:nvPicPr>
        <p:blipFill>
          <a:blip r:embed="rId32"/>
          <a:srcRect l="0" r="2" t="0" b="0"/>
          <a:stretch/>
        </p:blipFill>
        <p:spPr>
          <a:xfrm>
            <a:off x="8620274" y="3825121"/>
            <a:ext cx="356992" cy="1023230"/>
          </a:xfrm>
          <a:prstGeom prst="rect">
            <a:avLst/>
          </a:prstGeom>
        </p:spPr>
      </p:pic>
      <p:pic>
        <p:nvPicPr>
          <p:cNvPr id="39" name="Image 32" descr="preencoded.png">    </p:cNvPr>
          <p:cNvPicPr>
            <a:picLocks noChangeAspect="1"/>
          </p:cNvPicPr>
          <p:nvPr/>
        </p:nvPicPr>
        <p:blipFill>
          <a:blip r:embed="rId33"/>
          <a:srcRect l="0" r="0" t="0" b="0"/>
          <a:stretch/>
        </p:blipFill>
        <p:spPr>
          <a:xfrm>
            <a:off x="8136182" y="3209996"/>
            <a:ext cx="476138" cy="502894"/>
          </a:xfrm>
          <a:prstGeom prst="rect">
            <a:avLst/>
          </a:prstGeom>
        </p:spPr>
      </p:pic>
      <p:pic>
        <p:nvPicPr>
          <p:cNvPr id="40" name="Image 33" descr="preencoded.png">    </p:cNvPr>
          <p:cNvPicPr>
            <a:picLocks noChangeAspect="1"/>
          </p:cNvPicPr>
          <p:nvPr/>
        </p:nvPicPr>
        <p:blipFill>
          <a:blip r:embed="rId34"/>
          <a:srcRect l="0" r="0" t="0" b="0"/>
          <a:stretch/>
        </p:blipFill>
        <p:spPr>
          <a:xfrm>
            <a:off x="8370475" y="3574659"/>
            <a:ext cx="255826" cy="286926"/>
          </a:xfrm>
          <a:prstGeom prst="rect">
            <a:avLst/>
          </a:prstGeom>
        </p:spPr>
      </p:pic>
      <p:pic>
        <p:nvPicPr>
          <p:cNvPr id="41" name="Image 34" descr="preencoded.png">    </p:cNvPr>
          <p:cNvPicPr>
            <a:picLocks noChangeAspect="1"/>
          </p:cNvPicPr>
          <p:nvPr/>
        </p:nvPicPr>
        <p:blipFill>
          <a:blip r:embed="rId35"/>
          <a:srcRect l="0" r="0" t="0" b="0"/>
          <a:stretch/>
        </p:blipFill>
        <p:spPr>
          <a:xfrm>
            <a:off x="6668151" y="2727948"/>
            <a:ext cx="208424" cy="315019"/>
          </a:xfrm>
          <a:prstGeom prst="rect">
            <a:avLst/>
          </a:prstGeom>
        </p:spPr>
      </p:pic>
      <p:pic>
        <p:nvPicPr>
          <p:cNvPr id="42" name="Image 35" descr="preencoded.png">    </p:cNvPr>
          <p:cNvPicPr>
            <a:picLocks noChangeAspect="1"/>
          </p:cNvPicPr>
          <p:nvPr/>
        </p:nvPicPr>
        <p:blipFill>
          <a:blip r:embed="rId36"/>
          <a:srcRect l="0" r="1" t="0" b="0"/>
          <a:stretch/>
        </p:blipFill>
        <p:spPr>
          <a:xfrm>
            <a:off x="7501524" y="3103447"/>
            <a:ext cx="276048" cy="276669"/>
          </a:xfrm>
          <a:prstGeom prst="rect">
            <a:avLst/>
          </a:prstGeom>
        </p:spPr>
      </p:pic>
      <p:pic>
        <p:nvPicPr>
          <p:cNvPr id="43" name="Image 36" descr="preencoded.png">    </p:cNvPr>
          <p:cNvPicPr>
            <a:picLocks noChangeAspect="1"/>
          </p:cNvPicPr>
          <p:nvPr/>
        </p:nvPicPr>
        <p:blipFill>
          <a:blip r:embed="rId37"/>
          <a:srcRect l="0" r="1" t="0" b="0"/>
          <a:stretch/>
        </p:blipFill>
        <p:spPr>
          <a:xfrm>
            <a:off x="7683540" y="3249506"/>
            <a:ext cx="109686" cy="123532"/>
          </a:xfrm>
          <a:prstGeom prst="rect">
            <a:avLst/>
          </a:prstGeom>
        </p:spPr>
      </p:pic>
      <p:pic>
        <p:nvPicPr>
          <p:cNvPr id="44" name="Image 37" descr="preencoded.png">    </p:cNvPr>
          <p:cNvPicPr>
            <a:picLocks noChangeAspect="1"/>
          </p:cNvPicPr>
          <p:nvPr/>
        </p:nvPicPr>
        <p:blipFill>
          <a:blip r:embed="rId38"/>
          <a:srcRect l="0" r="-3" t="0" b="0"/>
          <a:stretch/>
        </p:blipFill>
        <p:spPr>
          <a:xfrm>
            <a:off x="7683540" y="3249506"/>
            <a:ext cx="109686" cy="123532"/>
          </a:xfrm>
          <a:prstGeom prst="rect">
            <a:avLst/>
          </a:prstGeom>
        </p:spPr>
      </p:pic>
      <p:pic>
        <p:nvPicPr>
          <p:cNvPr id="45" name="Image 38" descr="preencoded.png">    </p:cNvPr>
          <p:cNvPicPr>
            <a:picLocks noChangeAspect="1"/>
          </p:cNvPicPr>
          <p:nvPr/>
        </p:nvPicPr>
        <p:blipFill>
          <a:blip r:embed="rId39"/>
          <a:srcRect l="0" r="0" t="0" b="0"/>
          <a:stretch/>
        </p:blipFill>
        <p:spPr>
          <a:xfrm>
            <a:off x="7070396" y="3338979"/>
            <a:ext cx="208424" cy="213100"/>
          </a:xfrm>
          <a:prstGeom prst="rect">
            <a:avLst/>
          </a:prstGeom>
        </p:spPr>
      </p:pic>
      <p:pic>
        <p:nvPicPr>
          <p:cNvPr id="46" name="Image 39" descr="preencoded.png">    </p:cNvPr>
          <p:cNvPicPr>
            <a:picLocks noChangeAspect="1"/>
          </p:cNvPicPr>
          <p:nvPr/>
        </p:nvPicPr>
        <p:blipFill>
          <a:blip r:embed="rId40"/>
          <a:srcRect l="0" r="0" t="0" b="0"/>
          <a:stretch/>
        </p:blipFill>
        <p:spPr>
          <a:xfrm>
            <a:off x="6429328" y="3253619"/>
            <a:ext cx="296205" cy="333595"/>
          </a:xfrm>
          <a:prstGeom prst="rect">
            <a:avLst/>
          </a:prstGeom>
        </p:spPr>
      </p:pic>
      <p:pic>
        <p:nvPicPr>
          <p:cNvPr id="47" name="Image 40" descr="preencoded.png">    </p:cNvPr>
          <p:cNvPicPr>
            <a:picLocks noChangeAspect="1"/>
          </p:cNvPicPr>
          <p:nvPr/>
        </p:nvPicPr>
        <p:blipFill>
          <a:blip r:embed="rId41"/>
          <a:srcRect l="0" r="4" t="0" b="0"/>
          <a:stretch/>
        </p:blipFill>
        <p:spPr>
          <a:xfrm>
            <a:off x="6506831" y="3357367"/>
            <a:ext cx="53811" cy="60621"/>
          </a:xfrm>
          <a:prstGeom prst="rect">
            <a:avLst/>
          </a:prstGeom>
        </p:spPr>
      </p:pic>
      <p:pic>
        <p:nvPicPr>
          <p:cNvPr id="48" name="Image 41" descr="preencoded.png">    </p:cNvPr>
          <p:cNvPicPr>
            <a:picLocks noChangeAspect="1"/>
          </p:cNvPicPr>
          <p:nvPr/>
        </p:nvPicPr>
        <p:blipFill>
          <a:blip r:embed="rId42"/>
          <a:srcRect l="0" r="6" t="0" b="0"/>
          <a:stretch/>
        </p:blipFill>
        <p:spPr>
          <a:xfrm>
            <a:off x="6506831" y="3357367"/>
            <a:ext cx="53820" cy="60621"/>
          </a:xfrm>
          <a:prstGeom prst="rect">
            <a:avLst/>
          </a:prstGeom>
        </p:spPr>
      </p:pic>
      <p:pic>
        <p:nvPicPr>
          <p:cNvPr id="49" name="Image 42" descr="preencoded.png">    </p:cNvPr>
          <p:cNvPicPr>
            <a:picLocks noChangeAspect="1"/>
          </p:cNvPicPr>
          <p:nvPr/>
        </p:nvPicPr>
        <p:blipFill>
          <a:blip r:embed="rId43"/>
          <a:srcRect l="0" r="0" t="0" b="0"/>
          <a:stretch/>
        </p:blipFill>
        <p:spPr>
          <a:xfrm>
            <a:off x="6611782" y="3430105"/>
            <a:ext cx="14418" cy="26627"/>
          </a:xfrm>
          <a:prstGeom prst="rect">
            <a:avLst/>
          </a:prstGeom>
        </p:spPr>
      </p:pic>
      <p:pic>
        <p:nvPicPr>
          <p:cNvPr id="50" name="Image 43" descr="preencoded.png">    </p:cNvPr>
          <p:cNvPicPr>
            <a:picLocks noChangeAspect="1"/>
          </p:cNvPicPr>
          <p:nvPr/>
        </p:nvPicPr>
        <p:blipFill>
          <a:blip r:embed="rId44"/>
          <a:srcRect l="0" r="-16" t="0" b="0"/>
          <a:stretch/>
        </p:blipFill>
        <p:spPr>
          <a:xfrm>
            <a:off x="6606406" y="3424046"/>
            <a:ext cx="25180" cy="38739"/>
          </a:xfrm>
          <a:prstGeom prst="rect">
            <a:avLst/>
          </a:prstGeom>
        </p:spPr>
      </p:pic>
      <p:pic>
        <p:nvPicPr>
          <p:cNvPr id="51" name="Image 44" descr="preencoded.png">    </p:cNvPr>
          <p:cNvPicPr>
            <a:picLocks noChangeAspect="1"/>
          </p:cNvPicPr>
          <p:nvPr/>
        </p:nvPicPr>
        <p:blipFill>
          <a:blip r:embed="rId45"/>
          <a:srcRect l="0" r="0" t="0" b="0"/>
          <a:stretch/>
        </p:blipFill>
        <p:spPr>
          <a:xfrm>
            <a:off x="6620619" y="3430105"/>
            <a:ext cx="21980" cy="50366"/>
          </a:xfrm>
          <a:prstGeom prst="rect">
            <a:avLst/>
          </a:prstGeom>
        </p:spPr>
      </p:pic>
      <p:pic>
        <p:nvPicPr>
          <p:cNvPr id="52" name="Image 45" descr="preencoded.png">    </p:cNvPr>
          <p:cNvPicPr>
            <a:picLocks noChangeAspect="1"/>
          </p:cNvPicPr>
          <p:nvPr/>
        </p:nvPicPr>
        <p:blipFill>
          <a:blip r:embed="rId46"/>
          <a:srcRect l="0" r="0" t="0" b="0"/>
          <a:stretch/>
        </p:blipFill>
        <p:spPr>
          <a:xfrm>
            <a:off x="6615224" y="3424045"/>
            <a:ext cx="32742" cy="62491"/>
          </a:xfrm>
          <a:prstGeom prst="rect">
            <a:avLst/>
          </a:prstGeom>
        </p:spPr>
      </p:pic>
      <p:pic>
        <p:nvPicPr>
          <p:cNvPr id="53" name="Image 46" descr="preencoded.png">    </p:cNvPr>
          <p:cNvPicPr>
            <a:picLocks noChangeAspect="1"/>
          </p:cNvPicPr>
          <p:nvPr/>
        </p:nvPicPr>
        <p:blipFill>
          <a:blip r:embed="rId47"/>
          <a:srcRect l="0" r="0" t="0" b="0"/>
          <a:stretch/>
        </p:blipFill>
        <p:spPr>
          <a:xfrm>
            <a:off x="6529034" y="3358124"/>
            <a:ext cx="108989" cy="122749"/>
          </a:xfrm>
          <a:prstGeom prst="rect">
            <a:avLst/>
          </a:prstGeom>
        </p:spPr>
      </p:pic>
      <p:pic>
        <p:nvPicPr>
          <p:cNvPr id="54" name="Image 47" descr="preencoded.png">    </p:cNvPr>
          <p:cNvPicPr>
            <a:picLocks noChangeAspect="1"/>
          </p:cNvPicPr>
          <p:nvPr/>
        </p:nvPicPr>
        <p:blipFill>
          <a:blip r:embed="rId48"/>
          <a:srcRect l="0" r="0" t="0" b="0"/>
          <a:stretch/>
        </p:blipFill>
        <p:spPr>
          <a:xfrm>
            <a:off x="7206462" y="2625885"/>
            <a:ext cx="296205" cy="333595"/>
          </a:xfrm>
          <a:prstGeom prst="rect">
            <a:avLst/>
          </a:prstGeom>
        </p:spPr>
      </p:pic>
      <p:pic>
        <p:nvPicPr>
          <p:cNvPr id="55" name="Image 48" descr="preencoded.png">    </p:cNvPr>
          <p:cNvPicPr>
            <a:picLocks noChangeAspect="1"/>
          </p:cNvPicPr>
          <p:nvPr/>
        </p:nvPicPr>
        <p:blipFill>
          <a:blip r:embed="rId49"/>
          <a:srcRect l="0" r="-5" t="0" b="0"/>
          <a:stretch/>
        </p:blipFill>
        <p:spPr>
          <a:xfrm>
            <a:off x="7273240" y="2717933"/>
            <a:ext cx="81018" cy="147969"/>
          </a:xfrm>
          <a:prstGeom prst="rect">
            <a:avLst/>
          </a:prstGeom>
        </p:spPr>
      </p:pic>
      <p:pic>
        <p:nvPicPr>
          <p:cNvPr id="56" name="Image 49" descr="preencoded.png">    </p:cNvPr>
          <p:cNvPicPr>
            <a:picLocks noChangeAspect="1"/>
          </p:cNvPicPr>
          <p:nvPr/>
        </p:nvPicPr>
        <p:blipFill>
          <a:blip r:embed="rId50"/>
          <a:srcRect l="0" r="0" t="0" b="0"/>
          <a:stretch/>
        </p:blipFill>
        <p:spPr>
          <a:xfrm>
            <a:off x="7285834" y="2781755"/>
            <a:ext cx="55997" cy="20324"/>
          </a:xfrm>
          <a:prstGeom prst="rect">
            <a:avLst/>
          </a:prstGeom>
        </p:spPr>
      </p:pic>
      <p:pic>
        <p:nvPicPr>
          <p:cNvPr id="57" name="Image 50" descr="preencoded.png">    </p:cNvPr>
          <p:cNvPicPr>
            <a:picLocks noChangeAspect="1"/>
          </p:cNvPicPr>
          <p:nvPr/>
        </p:nvPicPr>
        <p:blipFill>
          <a:blip r:embed="rId51"/>
          <a:srcRect l="0" r="1" t="0" b="0"/>
          <a:stretch/>
        </p:blipFill>
        <p:spPr>
          <a:xfrm>
            <a:off x="7363058" y="2748186"/>
            <a:ext cx="70610" cy="8747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352550"/>
            <a:ext cx="79248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363" y="2400300"/>
            <a:ext cx="228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00562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</a:t>
            </a:r>
            <a:endParaRPr lang="en-US" sz="2138" dirty="0"/>
          </a:p>
        </p:txBody>
      </p:sp>
      <p:sp>
        <p:nvSpPr>
          <p:cNvPr id="3" name="Shape 1"/>
          <p:cNvSpPr/>
          <p:nvPr/>
        </p:nvSpPr>
        <p:spPr>
          <a:xfrm>
            <a:off x="3514725" y="538163"/>
            <a:ext cx="5143500" cy="3757613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3514725" y="538163"/>
            <a:ext cx="5143500" cy="1533525"/>
          </a:xfrm>
          <a:prstGeom prst="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3514725" y="538163"/>
            <a:ext cx="2324100" cy="457200"/>
          </a:xfrm>
          <a:prstGeom prst="rect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3514725" y="538163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678E7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Action</a:t>
            </a:r>
            <a:endParaRPr lang="en-US" sz="1283" dirty="0"/>
          </a:p>
        </p:txBody>
      </p:sp>
      <p:sp>
        <p:nvSpPr>
          <p:cNvPr id="7" name="Text 5"/>
          <p:cNvSpPr/>
          <p:nvPr/>
        </p:nvSpPr>
        <p:spPr>
          <a:xfrm>
            <a:off x="3514725" y="842963"/>
            <a:ext cx="2324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678E7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Reflecting Real Time sentiment of market</a:t>
            </a:r>
            <a:endParaRPr lang="en-US" sz="855" dirty="0"/>
          </a:p>
        </p:txBody>
      </p:sp>
      <p:sp>
        <p:nvSpPr>
          <p:cNvPr id="8" name="Shape 6"/>
          <p:cNvSpPr/>
          <p:nvPr/>
        </p:nvSpPr>
        <p:spPr>
          <a:xfrm>
            <a:off x="6334125" y="538163"/>
            <a:ext cx="2324100" cy="457200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6334125" y="538163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678E7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SR</a:t>
            </a:r>
            <a:endParaRPr lang="en-US" sz="1283" dirty="0"/>
          </a:p>
        </p:txBody>
      </p:sp>
      <p:sp>
        <p:nvSpPr>
          <p:cNvPr id="10" name="Text 8"/>
          <p:cNvSpPr/>
          <p:nvPr/>
        </p:nvSpPr>
        <p:spPr>
          <a:xfrm>
            <a:off x="6334125" y="842963"/>
            <a:ext cx="2324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678E7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Capacitors and Resistor </a:t>
            </a:r>
            <a:endParaRPr lang="en-US" sz="855" dirty="0"/>
          </a:p>
        </p:txBody>
      </p:sp>
      <p:sp>
        <p:nvSpPr>
          <p:cNvPr id="11" name="Shape 9"/>
          <p:cNvSpPr/>
          <p:nvPr/>
        </p:nvSpPr>
        <p:spPr>
          <a:xfrm>
            <a:off x="3514725" y="1614488"/>
            <a:ext cx="2324100" cy="457200"/>
          </a:xfrm>
          <a:prstGeom prst="rect">
            <a:avLst/>
          </a:prstGeom>
          <a:noFill/>
          <a:ln/>
        </p:spPr>
      </p:sp>
      <p:sp>
        <p:nvSpPr>
          <p:cNvPr id="12" name="Text 10"/>
          <p:cNvSpPr/>
          <p:nvPr/>
        </p:nvSpPr>
        <p:spPr>
          <a:xfrm>
            <a:off x="3514725" y="1614488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678E7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Structure</a:t>
            </a:r>
            <a:endParaRPr lang="en-US" sz="1283" dirty="0"/>
          </a:p>
        </p:txBody>
      </p:sp>
      <p:sp>
        <p:nvSpPr>
          <p:cNvPr id="13" name="Text 11"/>
          <p:cNvSpPr/>
          <p:nvPr/>
        </p:nvSpPr>
        <p:spPr>
          <a:xfrm>
            <a:off x="3514725" y="1919288"/>
            <a:ext cx="2324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678E7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Marking Turning points on price chart</a:t>
            </a:r>
            <a:endParaRPr lang="en-US" sz="855" dirty="0"/>
          </a:p>
        </p:txBody>
      </p:sp>
      <p:sp>
        <p:nvSpPr>
          <p:cNvPr id="14" name="Shape 12"/>
          <p:cNvSpPr/>
          <p:nvPr/>
        </p:nvSpPr>
        <p:spPr>
          <a:xfrm>
            <a:off x="6334125" y="1614488"/>
            <a:ext cx="2324100" cy="457200"/>
          </a:xfrm>
          <a:prstGeom prst="rect">
            <a:avLst/>
          </a:prstGeom>
          <a:noFill/>
          <a:ln/>
        </p:spPr>
      </p:sp>
      <p:sp>
        <p:nvSpPr>
          <p:cNvPr id="15" name="Text 13"/>
          <p:cNvSpPr/>
          <p:nvPr/>
        </p:nvSpPr>
        <p:spPr>
          <a:xfrm>
            <a:off x="6334125" y="1614488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678E7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Momentum or Exhaustion</a:t>
            </a:r>
            <a:endParaRPr lang="en-US" sz="1283" dirty="0"/>
          </a:p>
        </p:txBody>
      </p:sp>
      <p:sp>
        <p:nvSpPr>
          <p:cNvPr id="16" name="Text 14"/>
          <p:cNvSpPr/>
          <p:nvPr/>
        </p:nvSpPr>
        <p:spPr>
          <a:xfrm>
            <a:off x="6334125" y="1919288"/>
            <a:ext cx="2324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678E7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Markets loves the trends or not. </a:t>
            </a:r>
            <a:endParaRPr lang="en-US" sz="855" dirty="0"/>
          </a:p>
        </p:txBody>
      </p:sp>
      <p:sp>
        <p:nvSpPr>
          <p:cNvPr id="17" name="Shape 15"/>
          <p:cNvSpPr/>
          <p:nvPr/>
        </p:nvSpPr>
        <p:spPr>
          <a:xfrm>
            <a:off x="3514725" y="2762250"/>
            <a:ext cx="5143500" cy="1533525"/>
          </a:xfrm>
          <a:prstGeom prst="rect">
            <a:avLst/>
          </a:prstGeom>
          <a:noFill/>
          <a:ln/>
        </p:spPr>
      </p:sp>
      <p:sp>
        <p:nvSpPr>
          <p:cNvPr id="18" name="Shape 16"/>
          <p:cNvSpPr/>
          <p:nvPr/>
        </p:nvSpPr>
        <p:spPr>
          <a:xfrm>
            <a:off x="3514725" y="2762250"/>
            <a:ext cx="2324100" cy="457200"/>
          </a:xfrm>
          <a:prstGeom prst="rect">
            <a:avLst/>
          </a:prstGeom>
          <a:noFill/>
          <a:ln/>
        </p:spPr>
      </p:sp>
      <p:sp>
        <p:nvSpPr>
          <p:cNvPr id="19" name="Text 17"/>
          <p:cNvSpPr/>
          <p:nvPr/>
        </p:nvSpPr>
        <p:spPr>
          <a:xfrm>
            <a:off x="3514725" y="2762250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678E7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CH3OCH3</a:t>
            </a:r>
            <a:endParaRPr lang="en-US" sz="1283" dirty="0"/>
          </a:p>
        </p:txBody>
      </p:sp>
      <p:sp>
        <p:nvSpPr>
          <p:cNvPr id="20" name="Text 18"/>
          <p:cNvSpPr/>
          <p:nvPr/>
        </p:nvSpPr>
        <p:spPr>
          <a:xfrm>
            <a:off x="3514725" y="3067050"/>
            <a:ext cx="2324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678E7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Trend Continuation or Change of Character</a:t>
            </a:r>
            <a:endParaRPr lang="en-US" sz="855" dirty="0"/>
          </a:p>
        </p:txBody>
      </p:sp>
      <p:sp>
        <p:nvSpPr>
          <p:cNvPr id="21" name="Shape 19"/>
          <p:cNvSpPr/>
          <p:nvPr/>
        </p:nvSpPr>
        <p:spPr>
          <a:xfrm>
            <a:off x="6334125" y="2762250"/>
            <a:ext cx="2324100" cy="457200"/>
          </a:xfrm>
          <a:prstGeom prst="rect">
            <a:avLst/>
          </a:prstGeom>
          <a:noFill/>
          <a:ln/>
        </p:spPr>
      </p:sp>
      <p:sp>
        <p:nvSpPr>
          <p:cNvPr id="22" name="Text 20"/>
          <p:cNvSpPr/>
          <p:nvPr/>
        </p:nvSpPr>
        <p:spPr>
          <a:xfrm>
            <a:off x="6334125" y="2762250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678E7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Swings</a:t>
            </a:r>
            <a:endParaRPr lang="en-US" sz="1283" dirty="0"/>
          </a:p>
        </p:txBody>
      </p:sp>
      <p:sp>
        <p:nvSpPr>
          <p:cNvPr id="23" name="Text 21"/>
          <p:cNvSpPr/>
          <p:nvPr/>
        </p:nvSpPr>
        <p:spPr>
          <a:xfrm>
            <a:off x="6334125" y="3067050"/>
            <a:ext cx="2324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678E7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EXCHANGE OF ANYTHING BTN ENTITIES</a:t>
            </a:r>
            <a:endParaRPr lang="en-US" sz="855" dirty="0"/>
          </a:p>
        </p:txBody>
      </p:sp>
      <p:sp>
        <p:nvSpPr>
          <p:cNvPr id="24" name="Shape 22"/>
          <p:cNvSpPr/>
          <p:nvPr/>
        </p:nvSpPr>
        <p:spPr>
          <a:xfrm>
            <a:off x="3514725" y="3838575"/>
            <a:ext cx="2324100" cy="457200"/>
          </a:xfrm>
          <a:prstGeom prst="rect">
            <a:avLst/>
          </a:prstGeom>
          <a:noFill/>
          <a:ln/>
        </p:spPr>
      </p:sp>
      <p:sp>
        <p:nvSpPr>
          <p:cNvPr id="25" name="Text 23"/>
          <p:cNvSpPr/>
          <p:nvPr/>
        </p:nvSpPr>
        <p:spPr>
          <a:xfrm>
            <a:off x="3514725" y="3838575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678E7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Dynamic Levels</a:t>
            </a:r>
            <a:endParaRPr lang="en-US" sz="1283" dirty="0"/>
          </a:p>
        </p:txBody>
      </p:sp>
      <p:sp>
        <p:nvSpPr>
          <p:cNvPr id="26" name="Text 24"/>
          <p:cNvSpPr/>
          <p:nvPr/>
        </p:nvSpPr>
        <p:spPr>
          <a:xfrm>
            <a:off x="3514725" y="4143375"/>
            <a:ext cx="2324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678E7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MONEY INTO HARD ASSETS</a:t>
            </a:r>
            <a:endParaRPr lang="en-US" sz="855" dirty="0"/>
          </a:p>
        </p:txBody>
      </p:sp>
      <p:sp>
        <p:nvSpPr>
          <p:cNvPr id="27" name="Shape 25"/>
          <p:cNvSpPr/>
          <p:nvPr/>
        </p:nvSpPr>
        <p:spPr>
          <a:xfrm>
            <a:off x="6334125" y="3838575"/>
            <a:ext cx="2324100" cy="457200"/>
          </a:xfrm>
          <a:prstGeom prst="rect">
            <a:avLst/>
          </a:prstGeom>
          <a:noFill/>
          <a:ln/>
        </p:spPr>
      </p:sp>
      <p:sp>
        <p:nvSpPr>
          <p:cNvPr id="28" name="Text 26"/>
          <p:cNvSpPr/>
          <p:nvPr/>
        </p:nvSpPr>
        <p:spPr>
          <a:xfrm>
            <a:off x="6334125" y="3838575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678E7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Trend ke Range?</a:t>
            </a:r>
            <a:endParaRPr lang="en-US" sz="1283" dirty="0"/>
          </a:p>
        </p:txBody>
      </p:sp>
      <p:sp>
        <p:nvSpPr>
          <p:cNvPr id="29" name="Text 27"/>
          <p:cNvSpPr/>
          <p:nvPr/>
        </p:nvSpPr>
        <p:spPr>
          <a:xfrm>
            <a:off x="6334125" y="4143375"/>
            <a:ext cx="2324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678E7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LOCKING FUTURE PRICE OF AN ASSET</a:t>
            </a:r>
            <a:endParaRPr lang="en-US" sz="85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14500" y="2228850"/>
            <a:ext cx="5715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EEEEEE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Apple Picking</a:t>
            </a:r>
            <a:endParaRPr lang="en-US" sz="2138" dirty="0"/>
          </a:p>
          <a:p>
            <a:pPr algn="ctr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EEEEEE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3814763" y="2847975"/>
            <a:ext cx="15097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spc="-26" kern="0" dirty="0">
                <a:solidFill>
                  <a:srgbClr val="EEEEEE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ROBERT FROST</a:t>
            </a:r>
            <a:endParaRPr lang="en-US" sz="1283" dirty="0"/>
          </a:p>
        </p:txBody>
      </p:sp>
      <p:sp>
        <p:nvSpPr>
          <p:cNvPr id="4" name="Shape 2"/>
          <p:cNvSpPr/>
          <p:nvPr/>
        </p:nvSpPr>
        <p:spPr>
          <a:xfrm>
            <a:off x="0" y="2257425"/>
            <a:ext cx="2341817" cy="2884037"/>
          </a:xfrm>
          <a:prstGeom prst="rect">
            <a:avLst/>
          </a:prstGeom>
          <a:noFill/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" y="5089074"/>
            <a:ext cx="1682762" cy="1734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1" t="0" b="1"/>
          <a:stretch/>
        </p:blipFill>
        <p:spPr>
          <a:xfrm>
            <a:off x="1647713" y="2257422"/>
            <a:ext cx="694097" cy="673157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677814" y="2287448"/>
            <a:ext cx="637394" cy="617282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677814" y="2287448"/>
            <a:ext cx="637650" cy="617588"/>
          </a:xfrm>
          <a:prstGeom prst="rect">
            <a:avLst/>
          </a:prstGeom>
        </p:spPr>
      </p:pic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rcRect l="0" r="32326" t="0" b="26658"/>
          <a:stretch/>
        </p:blipFill>
        <p:spPr>
          <a:xfrm>
            <a:off x="1475017" y="2405892"/>
            <a:ext cx="279211" cy="317350"/>
          </a:xfrm>
          <a:prstGeom prst="rect">
            <a:avLst/>
          </a:prstGeom>
        </p:spPr>
      </p:pic>
      <p:pic>
        <p:nvPicPr>
          <p:cNvPr id="10" name="Image 5" descr="preencoded.png">    </p:cNvPr>
          <p:cNvPicPr>
            <a:picLocks noChangeAspect="1"/>
          </p:cNvPicPr>
          <p:nvPr/>
        </p:nvPicPr>
        <p:blipFill>
          <a:blip r:embed="rId6"/>
          <a:srcRect l="0" r="33070" t="0" b="27095"/>
          <a:stretch/>
        </p:blipFill>
        <p:spPr>
          <a:xfrm>
            <a:off x="1484862" y="2415738"/>
            <a:ext cx="262961" cy="301105"/>
          </a:xfrm>
          <a:prstGeom prst="rect">
            <a:avLst/>
          </a:prstGeom>
        </p:spPr>
      </p:pic>
      <p:pic>
        <p:nvPicPr>
          <p:cNvPr id="11" name="Image 6" descr="preencoded.png">    </p:cNvPr>
          <p:cNvPicPr>
            <a:picLocks noChangeAspect="1"/>
          </p:cNvPicPr>
          <p:nvPr/>
        </p:nvPicPr>
        <p:blipFill>
          <a:blip r:embed="rId7"/>
          <a:srcRect l="0" r="1620" t="0" b="84057"/>
          <a:stretch/>
        </p:blipFill>
        <p:spPr>
          <a:xfrm>
            <a:off x="1640625" y="2510775"/>
            <a:ext cx="120979" cy="10294"/>
          </a:xfrm>
          <a:prstGeom prst="rect">
            <a:avLst/>
          </a:prstGeom>
        </p:spPr>
      </p:pic>
      <p:pic>
        <p:nvPicPr>
          <p:cNvPr id="12" name="Image 7" descr="preencoded.png">    </p:cNvPr>
          <p:cNvPicPr>
            <a:picLocks noChangeAspect="1"/>
          </p:cNvPicPr>
          <p:nvPr/>
        </p:nvPicPr>
        <p:blipFill>
          <a:blip r:embed="rId8"/>
          <a:srcRect l="0" r="1401" t="0" b="85838"/>
          <a:stretch/>
        </p:blipFill>
        <p:spPr>
          <a:xfrm>
            <a:off x="1640531" y="2521934"/>
            <a:ext cx="140382" cy="10454"/>
          </a:xfrm>
          <a:prstGeom prst="rect">
            <a:avLst/>
          </a:prstGeom>
        </p:spPr>
      </p:pic>
      <p:pic>
        <p:nvPicPr>
          <p:cNvPr id="13" name="Image 8" descr="preencoded.png">    </p:cNvPr>
          <p:cNvPicPr>
            <a:picLocks noChangeAspect="1"/>
          </p:cNvPicPr>
          <p:nvPr/>
        </p:nvPicPr>
        <p:blipFill>
          <a:blip r:embed="rId9"/>
          <a:srcRect l="0" r="1620" t="0" b="84057"/>
          <a:stretch/>
        </p:blipFill>
        <p:spPr>
          <a:xfrm>
            <a:off x="1641201" y="2581858"/>
            <a:ext cx="120979" cy="10294"/>
          </a:xfrm>
          <a:prstGeom prst="rect">
            <a:avLst/>
          </a:prstGeom>
        </p:spPr>
      </p:pic>
      <p:pic>
        <p:nvPicPr>
          <p:cNvPr id="14" name="Image 9" descr="preencoded.png">    </p:cNvPr>
          <p:cNvPicPr>
            <a:picLocks noChangeAspect="1"/>
          </p:cNvPicPr>
          <p:nvPr/>
        </p:nvPicPr>
        <p:blipFill>
          <a:blip r:embed="rId10"/>
          <a:srcRect l="0" r="1402" t="0" b="85818"/>
          <a:stretch/>
        </p:blipFill>
        <p:spPr>
          <a:xfrm>
            <a:off x="1641304" y="2593057"/>
            <a:ext cx="140187" cy="10456"/>
          </a:xfrm>
          <a:prstGeom prst="rect">
            <a:avLst/>
          </a:prstGeom>
        </p:spPr>
      </p:pic>
      <p:pic>
        <p:nvPicPr>
          <p:cNvPr id="15" name="Image 10" descr="preencoded.png">    </p:cNvPr>
          <p:cNvPicPr>
            <a:picLocks noChangeAspect="1"/>
          </p:cNvPicPr>
          <p:nvPr/>
        </p:nvPicPr>
        <p:blipFill>
          <a:blip r:embed="rId11"/>
          <a:srcRect l="0" r="1621" t="0" b="84078"/>
          <a:stretch/>
        </p:blipFill>
        <p:spPr>
          <a:xfrm>
            <a:off x="1641551" y="2652889"/>
            <a:ext cx="121193" cy="10297"/>
          </a:xfrm>
          <a:prstGeom prst="rect">
            <a:avLst/>
          </a:prstGeom>
        </p:spPr>
      </p:pic>
      <p:pic>
        <p:nvPicPr>
          <p:cNvPr id="16" name="Image 11" descr="preencoded.png">    </p:cNvPr>
          <p:cNvPicPr>
            <a:picLocks noChangeAspect="1"/>
          </p:cNvPicPr>
          <p:nvPr/>
        </p:nvPicPr>
        <p:blipFill>
          <a:blip r:embed="rId12"/>
          <a:srcRect l="0" r="1401" t="0" b="85838"/>
          <a:stretch/>
        </p:blipFill>
        <p:spPr>
          <a:xfrm>
            <a:off x="1641675" y="2664102"/>
            <a:ext cx="140382" cy="10454"/>
          </a:xfrm>
          <a:prstGeom prst="rect">
            <a:avLst/>
          </a:prstGeom>
        </p:spPr>
      </p:pic>
      <p:pic>
        <p:nvPicPr>
          <p:cNvPr id="17" name="Image 12" descr="preencoded.png">    </p:cNvPr>
          <p:cNvPicPr>
            <a:picLocks noChangeAspect="1"/>
          </p:cNvPicPr>
          <p:nvPr/>
        </p:nvPicPr>
        <p:blipFill>
          <a:blip r:embed="rId13"/>
          <a:srcRect l="0" r="28257" t="0" b="32730"/>
          <a:stretch/>
        </p:blipFill>
        <p:spPr>
          <a:xfrm>
            <a:off x="1570667" y="2522076"/>
            <a:ext cx="44258" cy="39979"/>
          </a:xfrm>
          <a:prstGeom prst="rect">
            <a:avLst/>
          </a:prstGeom>
        </p:spPr>
      </p:pic>
      <p:pic>
        <p:nvPicPr>
          <p:cNvPr id="18" name="Image 13" descr="preencoded.png">    </p:cNvPr>
          <p:cNvPicPr>
            <a:picLocks noChangeAspect="1"/>
          </p:cNvPicPr>
          <p:nvPr/>
        </p:nvPicPr>
        <p:blipFill>
          <a:blip r:embed="rId14"/>
          <a:srcRect l="0" r="28257" t="0" b="32732"/>
          <a:stretch/>
        </p:blipFill>
        <p:spPr>
          <a:xfrm>
            <a:off x="1571234" y="2593163"/>
            <a:ext cx="44258" cy="39979"/>
          </a:xfrm>
          <a:prstGeom prst="rect">
            <a:avLst/>
          </a:prstGeom>
        </p:spPr>
      </p:pic>
      <p:pic>
        <p:nvPicPr>
          <p:cNvPr id="19" name="Image 14" descr="preencoded.png">    </p:cNvPr>
          <p:cNvPicPr>
            <a:picLocks noChangeAspect="1"/>
          </p:cNvPicPr>
          <p:nvPr/>
        </p:nvPicPr>
        <p:blipFill>
          <a:blip r:embed="rId15"/>
          <a:srcRect l="0" r="28257" t="0" b="32730"/>
          <a:stretch/>
        </p:blipFill>
        <p:spPr>
          <a:xfrm>
            <a:off x="1571811" y="2664245"/>
            <a:ext cx="44258" cy="39979"/>
          </a:xfrm>
          <a:prstGeom prst="rect">
            <a:avLst/>
          </a:prstGeom>
        </p:spPr>
      </p:pic>
      <p:pic>
        <p:nvPicPr>
          <p:cNvPr id="20" name="Image 15" descr="preencoded.png">    </p:cNvPr>
          <p:cNvPicPr>
            <a:picLocks noChangeAspect="1"/>
          </p:cNvPicPr>
          <p:nvPr/>
        </p:nvPicPr>
        <p:blipFill>
          <a:blip r:embed="rId16"/>
          <a:srcRect l="0" r="3474" t="0" b="3213"/>
          <a:stretch/>
        </p:blipFill>
        <p:spPr>
          <a:xfrm>
            <a:off x="1601747" y="2501126"/>
            <a:ext cx="333254" cy="361261"/>
          </a:xfrm>
          <a:prstGeom prst="rect">
            <a:avLst/>
          </a:prstGeom>
        </p:spPr>
      </p:pic>
      <p:pic>
        <p:nvPicPr>
          <p:cNvPr id="21" name="Image 16" descr="preencoded.png">    </p:cNvPr>
          <p:cNvPicPr>
            <a:picLocks noChangeAspect="1"/>
          </p:cNvPicPr>
          <p:nvPr/>
        </p:nvPicPr>
        <p:blipFill>
          <a:blip r:embed="rId17"/>
          <a:srcRect l="0" r="2623" t="0" b="2415"/>
          <a:stretch/>
        </p:blipFill>
        <p:spPr>
          <a:xfrm>
            <a:off x="1611594" y="2510975"/>
            <a:ext cx="317013" cy="345015"/>
          </a:xfrm>
          <a:prstGeom prst="rect">
            <a:avLst/>
          </a:prstGeom>
        </p:spPr>
      </p:pic>
      <p:pic>
        <p:nvPicPr>
          <p:cNvPr id="22" name="Image 17" descr="preencoded.png">    </p:cNvPr>
          <p:cNvPicPr>
            <a:picLocks noChangeAspect="1"/>
          </p:cNvPicPr>
          <p:nvPr/>
        </p:nvPicPr>
        <p:blipFill>
          <a:blip r:embed="rId18"/>
          <a:srcRect l="0" r="1667" t="0" b="5196"/>
          <a:stretch/>
        </p:blipFill>
        <p:spPr>
          <a:xfrm>
            <a:off x="1738122" y="2662103"/>
            <a:ext cx="117686" cy="36400"/>
          </a:xfrm>
          <a:prstGeom prst="rect">
            <a:avLst/>
          </a:prstGeom>
        </p:spPr>
      </p:pic>
      <p:pic>
        <p:nvPicPr>
          <p:cNvPr id="23" name="Image 18" descr="preencoded.png">    </p:cNvPr>
          <p:cNvPicPr>
            <a:picLocks noChangeAspect="1"/>
          </p:cNvPicPr>
          <p:nvPr/>
        </p:nvPicPr>
        <p:blipFill>
          <a:blip r:embed="rId19"/>
          <a:srcRect l="0" r="1444" t="0" b="4631"/>
          <a:stretch/>
        </p:blipFill>
        <p:spPr>
          <a:xfrm>
            <a:off x="1734289" y="2677491"/>
            <a:ext cx="136475" cy="41085"/>
          </a:xfrm>
          <a:prstGeom prst="rect">
            <a:avLst/>
          </a:prstGeom>
        </p:spPr>
      </p:pic>
      <p:pic>
        <p:nvPicPr>
          <p:cNvPr id="24" name="Image 19" descr="preencoded.png">    </p:cNvPr>
          <p:cNvPicPr>
            <a:picLocks noChangeAspect="1"/>
          </p:cNvPicPr>
          <p:nvPr/>
        </p:nvPicPr>
        <p:blipFill>
          <a:blip r:embed="rId20"/>
          <a:srcRect l="0" r="1667" t="0" b="5196"/>
          <a:stretch/>
        </p:blipFill>
        <p:spPr>
          <a:xfrm>
            <a:off x="1720923" y="2731075"/>
            <a:ext cx="117686" cy="36400"/>
          </a:xfrm>
          <a:prstGeom prst="rect">
            <a:avLst/>
          </a:prstGeom>
        </p:spPr>
      </p:pic>
      <p:pic>
        <p:nvPicPr>
          <p:cNvPr id="25" name="Image 20" descr="preencoded.png">    </p:cNvPr>
          <p:cNvPicPr>
            <a:picLocks noChangeAspect="1"/>
          </p:cNvPicPr>
          <p:nvPr/>
        </p:nvPicPr>
        <p:blipFill>
          <a:blip r:embed="rId21"/>
          <a:srcRect l="0" r="1444" t="0" b="4631"/>
          <a:stretch/>
        </p:blipFill>
        <p:spPr>
          <a:xfrm>
            <a:off x="1717081" y="2746463"/>
            <a:ext cx="136475" cy="41085"/>
          </a:xfrm>
          <a:prstGeom prst="rect">
            <a:avLst/>
          </a:prstGeom>
        </p:spPr>
      </p:pic>
      <p:pic>
        <p:nvPicPr>
          <p:cNvPr id="26" name="Image 21" descr="preencoded.png">    </p:cNvPr>
          <p:cNvPicPr>
            <a:picLocks noChangeAspect="1"/>
          </p:cNvPicPr>
          <p:nvPr/>
        </p:nvPicPr>
        <p:blipFill>
          <a:blip r:embed="rId22"/>
          <a:srcRect l="0" r="1840" t="0" b="1950"/>
          <a:stretch/>
        </p:blipFill>
        <p:spPr>
          <a:xfrm>
            <a:off x="1672339" y="2640105"/>
            <a:ext cx="51327" cy="48171"/>
          </a:xfrm>
          <a:prstGeom prst="rect">
            <a:avLst/>
          </a:prstGeom>
        </p:spPr>
      </p:pic>
      <p:pic>
        <p:nvPicPr>
          <p:cNvPr id="27" name="Image 22" descr="preencoded.png">    </p:cNvPr>
          <p:cNvPicPr>
            <a:picLocks noChangeAspect="1"/>
          </p:cNvPicPr>
          <p:nvPr/>
        </p:nvPicPr>
        <p:blipFill>
          <a:blip r:embed="rId23"/>
          <a:srcRect l="0" r="1840" t="0" b="1950"/>
          <a:stretch/>
        </p:blipFill>
        <p:spPr>
          <a:xfrm>
            <a:off x="1655140" y="2709078"/>
            <a:ext cx="51327" cy="48171"/>
          </a:xfrm>
          <a:prstGeom prst="rect">
            <a:avLst/>
          </a:prstGeom>
        </p:spPr>
      </p:pic>
      <p:pic>
        <p:nvPicPr>
          <p:cNvPr id="28" name="Image 23" descr="preencoded.png">    </p:cNvPr>
          <p:cNvPicPr>
            <a:picLocks noChangeAspect="1"/>
          </p:cNvPicPr>
          <p:nvPr/>
        </p:nvPicPr>
        <p:blipFill>
          <a:blip r:embed="rId24"/>
          <a:srcRect l="0" r="2189" t="0" b="6374"/>
          <a:stretch/>
        </p:blipFill>
        <p:spPr>
          <a:xfrm>
            <a:off x="1785830" y="2592442"/>
            <a:ext cx="89232" cy="29306"/>
          </a:xfrm>
          <a:prstGeom prst="rect">
            <a:avLst/>
          </a:prstGeom>
        </p:spPr>
      </p:pic>
      <p:pic>
        <p:nvPicPr>
          <p:cNvPr id="29" name="Image 24" descr="preencoded.png">    </p:cNvPr>
          <p:cNvPicPr>
            <a:picLocks noChangeAspect="1"/>
          </p:cNvPicPr>
          <p:nvPr/>
        </p:nvPicPr>
        <p:blipFill>
          <a:blip r:embed="rId25"/>
          <a:srcRect l="0" r="1818" t="0" b="5543"/>
          <a:stretch/>
        </p:blipFill>
        <p:spPr>
          <a:xfrm>
            <a:off x="1781998" y="2607835"/>
            <a:ext cx="108040" cy="33996"/>
          </a:xfrm>
          <a:prstGeom prst="rect">
            <a:avLst/>
          </a:prstGeom>
        </p:spPr>
      </p:pic>
      <p:pic>
        <p:nvPicPr>
          <p:cNvPr id="30" name="Image 25" descr="preencoded.png">    </p:cNvPr>
          <p:cNvPicPr>
            <a:picLocks noChangeAspect="1"/>
          </p:cNvPicPr>
          <p:nvPr/>
        </p:nvPicPr>
        <p:blipFill>
          <a:blip r:embed="rId26"/>
          <a:srcRect l="0" r="1029" t="0" b="1179"/>
          <a:stretch/>
        </p:blipFill>
        <p:spPr>
          <a:xfrm>
            <a:off x="1688446" y="2551628"/>
            <a:ext cx="92422" cy="80298"/>
          </a:xfrm>
          <a:prstGeom prst="rect">
            <a:avLst/>
          </a:prstGeom>
        </p:spPr>
      </p:pic>
      <p:pic>
        <p:nvPicPr>
          <p:cNvPr id="31" name="Image 26" descr="preencoded.png">    </p:cNvPr>
          <p:cNvPicPr>
            <a:picLocks noChangeAspect="1"/>
          </p:cNvPicPr>
          <p:nvPr/>
        </p:nvPicPr>
        <p:blipFill>
          <a:blip r:embed="rId27"/>
          <a:srcRect l="0" r="7821" t="0" b="50422"/>
          <a:stretch/>
        </p:blipFill>
        <p:spPr>
          <a:xfrm>
            <a:off x="896094" y="2852611"/>
            <a:ext cx="505932" cy="278160"/>
          </a:xfrm>
          <a:prstGeom prst="rect">
            <a:avLst/>
          </a:prstGeom>
        </p:spPr>
      </p:pic>
      <p:pic>
        <p:nvPicPr>
          <p:cNvPr id="32" name="Image 27" descr="preencoded.png">    </p:cNvPr>
          <p:cNvPicPr>
            <a:picLocks noChangeAspect="1"/>
          </p:cNvPicPr>
          <p:nvPr/>
        </p:nvPicPr>
        <p:blipFill>
          <a:blip r:embed="rId28"/>
          <a:srcRect l="0" r="13316" t="0" b="20116"/>
          <a:stretch/>
        </p:blipFill>
        <p:spPr>
          <a:xfrm>
            <a:off x="419172" y="2774342"/>
            <a:ext cx="768586" cy="534290"/>
          </a:xfrm>
          <a:prstGeom prst="rect">
            <a:avLst/>
          </a:prstGeom>
        </p:spPr>
      </p:pic>
      <p:pic>
        <p:nvPicPr>
          <p:cNvPr id="33" name="Image 28" descr="preencoded.png">    </p:cNvPr>
          <p:cNvPicPr>
            <a:picLocks noChangeAspect="1"/>
          </p:cNvPicPr>
          <p:nvPr/>
        </p:nvPicPr>
        <p:blipFill>
          <a:blip r:embed="rId29"/>
          <a:srcRect l="0" r="3" t="0" b="0"/>
          <a:stretch/>
        </p:blipFill>
        <p:spPr>
          <a:xfrm>
            <a:off x="652862" y="2640125"/>
            <a:ext cx="138280" cy="268434"/>
          </a:xfrm>
          <a:prstGeom prst="rect">
            <a:avLst/>
          </a:prstGeom>
        </p:spPr>
      </p:pic>
      <p:pic>
        <p:nvPicPr>
          <p:cNvPr id="34" name="Image 29" descr="preencoded.png">    </p:cNvPr>
          <p:cNvPicPr>
            <a:picLocks noChangeAspect="1"/>
          </p:cNvPicPr>
          <p:nvPr/>
        </p:nvPicPr>
        <p:blipFill>
          <a:blip r:embed="rId30"/>
          <a:srcRect l="0" r="0" t="0" b="0"/>
          <a:stretch/>
        </p:blipFill>
        <p:spPr>
          <a:xfrm>
            <a:off x="613553" y="3363721"/>
            <a:ext cx="470967" cy="1639781"/>
          </a:xfrm>
          <a:prstGeom prst="rect">
            <a:avLst/>
          </a:prstGeom>
        </p:spPr>
      </p:pic>
      <p:pic>
        <p:nvPicPr>
          <p:cNvPr id="35" name="Image 30" descr="preencoded.png">    </p:cNvPr>
          <p:cNvPicPr>
            <a:picLocks noChangeAspect="1"/>
          </p:cNvPicPr>
          <p:nvPr/>
        </p:nvPicPr>
        <p:blipFill>
          <a:blip r:embed="rId31"/>
          <a:srcRect l="0" r="2" t="0" b="0"/>
          <a:stretch/>
        </p:blipFill>
        <p:spPr>
          <a:xfrm>
            <a:off x="872998" y="3743435"/>
            <a:ext cx="211513" cy="1222748"/>
          </a:xfrm>
          <a:prstGeom prst="rect">
            <a:avLst/>
          </a:prstGeom>
        </p:spPr>
      </p:pic>
      <p:pic>
        <p:nvPicPr>
          <p:cNvPr id="36" name="Image 31" descr="preencoded.png">    </p:cNvPr>
          <p:cNvPicPr>
            <a:picLocks noChangeAspect="1"/>
          </p:cNvPicPr>
          <p:nvPr/>
        </p:nvPicPr>
        <p:blipFill>
          <a:blip r:embed="rId32"/>
          <a:srcRect l="0" r="1" t="0" b="0"/>
          <a:stretch/>
        </p:blipFill>
        <p:spPr>
          <a:xfrm>
            <a:off x="547269" y="2347127"/>
            <a:ext cx="345756" cy="345758"/>
          </a:xfrm>
          <a:prstGeom prst="rect">
            <a:avLst/>
          </a:prstGeom>
        </p:spPr>
      </p:pic>
      <p:pic>
        <p:nvPicPr>
          <p:cNvPr id="37" name="Image 32" descr="preencoded.png">    </p:cNvPr>
          <p:cNvPicPr>
            <a:picLocks noChangeAspect="1"/>
          </p:cNvPicPr>
          <p:nvPr/>
        </p:nvPicPr>
        <p:blipFill>
          <a:blip r:embed="rId33"/>
          <a:srcRect l="0" r="0" t="0" b="0"/>
          <a:stretch/>
        </p:blipFill>
        <p:spPr>
          <a:xfrm>
            <a:off x="635050" y="4838291"/>
            <a:ext cx="370712" cy="303168"/>
          </a:xfrm>
          <a:prstGeom prst="rect">
            <a:avLst/>
          </a:prstGeom>
        </p:spPr>
      </p:pic>
      <p:pic>
        <p:nvPicPr>
          <p:cNvPr id="38" name="Image 33" descr="preencoded.png">    </p:cNvPr>
          <p:cNvPicPr>
            <a:picLocks noChangeAspect="1"/>
          </p:cNvPicPr>
          <p:nvPr/>
        </p:nvPicPr>
        <p:blipFill>
          <a:blip r:embed="rId34"/>
          <a:srcRect l="0" r="0" t="0" b="0"/>
          <a:stretch/>
        </p:blipFill>
        <p:spPr>
          <a:xfrm>
            <a:off x="781459" y="4838286"/>
            <a:ext cx="370712" cy="303172"/>
          </a:xfrm>
          <a:prstGeom prst="rect">
            <a:avLst/>
          </a:prstGeom>
        </p:spPr>
      </p:pic>
      <p:pic>
        <p:nvPicPr>
          <p:cNvPr id="39" name="Image 34" descr="preencoded.png">    </p:cNvPr>
          <p:cNvPicPr>
            <a:picLocks noChangeAspect="1"/>
          </p:cNvPicPr>
          <p:nvPr/>
        </p:nvPicPr>
        <p:blipFill>
          <a:blip r:embed="rId35"/>
          <a:srcRect l="0" r="0" t="0" b="0"/>
          <a:stretch/>
        </p:blipFill>
        <p:spPr>
          <a:xfrm>
            <a:off x="576095" y="2741443"/>
            <a:ext cx="450484" cy="646686"/>
          </a:xfrm>
          <a:prstGeom prst="rect">
            <a:avLst/>
          </a:prstGeom>
        </p:spPr>
      </p:pic>
      <p:pic>
        <p:nvPicPr>
          <p:cNvPr id="40" name="Image 35" descr="preencoded.png">    </p:cNvPr>
          <p:cNvPicPr>
            <a:picLocks noChangeAspect="1"/>
          </p:cNvPicPr>
          <p:nvPr/>
        </p:nvPicPr>
        <p:blipFill>
          <a:blip r:embed="rId36"/>
          <a:srcRect l="0" r="0" t="0" b="0"/>
          <a:stretch/>
        </p:blipFill>
        <p:spPr>
          <a:xfrm>
            <a:off x="419277" y="2312080"/>
            <a:ext cx="477617" cy="722192"/>
          </a:xfrm>
          <a:prstGeom prst="rect">
            <a:avLst/>
          </a:prstGeom>
        </p:spPr>
      </p:pic>
      <p:pic>
        <p:nvPicPr>
          <p:cNvPr id="41" name="Image 36" descr="preencoded.png">    </p:cNvPr>
          <p:cNvPicPr>
            <a:picLocks noChangeAspect="1"/>
          </p:cNvPicPr>
          <p:nvPr/>
        </p:nvPicPr>
        <p:blipFill>
          <a:blip r:embed="rId37"/>
          <a:srcRect l="0" r="39935" t="0" b="4101"/>
          <a:stretch/>
        </p:blipFill>
        <p:spPr>
          <a:xfrm>
            <a:off x="1304516" y="2410767"/>
            <a:ext cx="115053" cy="289503"/>
          </a:xfrm>
          <a:prstGeom prst="rect">
            <a:avLst/>
          </a:prstGeom>
        </p:spPr>
      </p:pic>
      <p:pic>
        <p:nvPicPr>
          <p:cNvPr id="42" name="Image 37" descr="preencoded.png">    </p:cNvPr>
          <p:cNvPicPr>
            <a:picLocks noChangeAspect="1"/>
          </p:cNvPicPr>
          <p:nvPr/>
        </p:nvPicPr>
        <p:blipFill>
          <a:blip r:embed="rId38"/>
          <a:srcRect l="0" r="20006" t="0" b="16954"/>
          <a:stretch/>
        </p:blipFill>
        <p:spPr>
          <a:xfrm>
            <a:off x="1231720" y="2435229"/>
            <a:ext cx="148093" cy="243956"/>
          </a:xfrm>
          <a:prstGeom prst="rect">
            <a:avLst/>
          </a:prstGeom>
        </p:spPr>
      </p:pic>
      <p:pic>
        <p:nvPicPr>
          <p:cNvPr id="43" name="Image 38" descr="preencoded.png">    </p:cNvPr>
          <p:cNvPicPr>
            <a:picLocks noChangeAspect="1"/>
          </p:cNvPicPr>
          <p:nvPr/>
        </p:nvPicPr>
        <p:blipFill>
          <a:blip r:embed="rId39"/>
          <a:srcRect l="0" r="-1" t="0" b="39621"/>
          <a:stretch/>
        </p:blipFill>
        <p:spPr>
          <a:xfrm>
            <a:off x="1148135" y="2510147"/>
            <a:ext cx="252645" cy="150191"/>
          </a:xfrm>
          <a:prstGeom prst="rect">
            <a:avLst/>
          </a:prstGeom>
        </p:spPr>
      </p:pic>
      <p:pic>
        <p:nvPicPr>
          <p:cNvPr id="44" name="Image 39" descr="preencoded.png">    </p:cNvPr>
          <p:cNvPicPr>
            <a:picLocks noChangeAspect="1"/>
          </p:cNvPicPr>
          <p:nvPr/>
        </p:nvPicPr>
        <p:blipFill>
          <a:blip r:embed="rId40"/>
          <a:srcRect l="0" r="39134" t="0" b="0"/>
          <a:stretch/>
        </p:blipFill>
        <p:spPr>
          <a:xfrm>
            <a:off x="1346578" y="2460953"/>
            <a:ext cx="149870" cy="242427"/>
          </a:xfrm>
          <a:prstGeom prst="rect">
            <a:avLst/>
          </a:prstGeom>
        </p:spPr>
      </p:pic>
      <p:pic>
        <p:nvPicPr>
          <p:cNvPr id="45" name="Image 40" descr="preencoded.png">    </p:cNvPr>
          <p:cNvPicPr>
            <a:picLocks noChangeAspect="1"/>
          </p:cNvPicPr>
          <p:nvPr/>
        </p:nvPicPr>
        <p:blipFill>
          <a:blip r:embed="rId41"/>
          <a:srcRect l="0" r="14735" t="0" b="8311"/>
          <a:stretch/>
        </p:blipFill>
        <p:spPr>
          <a:xfrm>
            <a:off x="1268155" y="2654140"/>
            <a:ext cx="267900" cy="264207"/>
          </a:xfrm>
          <a:prstGeom prst="rect">
            <a:avLst/>
          </a:prstGeom>
        </p:spPr>
      </p:pic>
      <p:pic>
        <p:nvPicPr>
          <p:cNvPr id="46" name="Image 41" descr="preencoded.png">    </p:cNvPr>
          <p:cNvPicPr>
            <a:picLocks noChangeAspect="1"/>
          </p:cNvPicPr>
          <p:nvPr/>
        </p:nvPicPr>
        <p:blipFill>
          <a:blip r:embed="rId42"/>
          <a:srcRect l="0" r="0" t="0" b="0"/>
          <a:stretch/>
        </p:blipFill>
        <p:spPr>
          <a:xfrm>
            <a:off x="2085398" y="2750766"/>
            <a:ext cx="204629" cy="144192"/>
          </a:xfrm>
          <a:prstGeom prst="rect">
            <a:avLst/>
          </a:prstGeom>
        </p:spPr>
      </p:pic>
      <p:pic>
        <p:nvPicPr>
          <p:cNvPr id="47" name="Image 42" descr="preencoded.png">    </p:cNvPr>
          <p:cNvPicPr>
            <a:picLocks noChangeAspect="1"/>
          </p:cNvPicPr>
          <p:nvPr/>
        </p:nvPicPr>
        <p:blipFill>
          <a:blip r:embed="rId43"/>
          <a:srcRect l="0" r="0" t="0" b="0"/>
          <a:stretch/>
        </p:blipFill>
        <p:spPr>
          <a:xfrm>
            <a:off x="1084594" y="2750784"/>
            <a:ext cx="204611" cy="144173"/>
          </a:xfrm>
          <a:prstGeom prst="rect">
            <a:avLst/>
          </a:prstGeom>
        </p:spPr>
      </p:pic>
      <p:pic>
        <p:nvPicPr>
          <p:cNvPr id="48" name="Image 43" descr="preencoded.png">    </p:cNvPr>
          <p:cNvPicPr>
            <a:picLocks noChangeAspect="1"/>
          </p:cNvPicPr>
          <p:nvPr/>
        </p:nvPicPr>
        <p:blipFill>
          <a:blip r:embed="rId44"/>
          <a:srcRect l="0" r="0" t="0" b="0"/>
          <a:stretch/>
        </p:blipFill>
        <p:spPr>
          <a:xfrm>
            <a:off x="1222549" y="2750744"/>
            <a:ext cx="935971" cy="150647"/>
          </a:xfrm>
          <a:prstGeom prst="rect">
            <a:avLst/>
          </a:prstGeom>
        </p:spPr>
      </p:pic>
      <p:pic>
        <p:nvPicPr>
          <p:cNvPr id="49" name="Image 44" descr="preencoded.png">    </p:cNvPr>
          <p:cNvPicPr>
            <a:picLocks noChangeAspect="1"/>
          </p:cNvPicPr>
          <p:nvPr/>
        </p:nvPicPr>
        <p:blipFill>
          <a:blip r:embed="rId45"/>
          <a:srcRect l="0" r="0" t="0" b="0"/>
          <a:stretch/>
        </p:blipFill>
        <p:spPr>
          <a:xfrm>
            <a:off x="1222549" y="2750744"/>
            <a:ext cx="935971" cy="150647"/>
          </a:xfrm>
          <a:prstGeom prst="rect">
            <a:avLst/>
          </a:prstGeom>
        </p:spPr>
      </p:pic>
      <p:pic>
        <p:nvPicPr>
          <p:cNvPr id="50" name="Image 45" descr="preencoded.png">    </p:cNvPr>
          <p:cNvPicPr>
            <a:picLocks noChangeAspect="1"/>
          </p:cNvPicPr>
          <p:nvPr/>
        </p:nvPicPr>
        <p:blipFill>
          <a:blip r:embed="rId46"/>
          <a:srcRect l="0" r="0" t="0" b="0"/>
          <a:stretch/>
        </p:blipFill>
        <p:spPr>
          <a:xfrm>
            <a:off x="1273029" y="2889432"/>
            <a:ext cx="832684" cy="498700"/>
          </a:xfrm>
          <a:prstGeom prst="rect">
            <a:avLst/>
          </a:prstGeom>
        </p:spPr>
      </p:pic>
      <p:pic>
        <p:nvPicPr>
          <p:cNvPr id="51" name="Image 46" descr="preencoded.png">    </p:cNvPr>
          <p:cNvPicPr>
            <a:picLocks noChangeAspect="1"/>
          </p:cNvPicPr>
          <p:nvPr/>
        </p:nvPicPr>
        <p:blipFill>
          <a:blip r:embed="rId47"/>
          <a:srcRect l="0" r="0" t="0" b="0"/>
          <a:stretch/>
        </p:blipFill>
        <p:spPr>
          <a:xfrm>
            <a:off x="918465" y="3255336"/>
            <a:ext cx="552310" cy="129686"/>
          </a:xfrm>
          <a:prstGeom prst="rect">
            <a:avLst/>
          </a:prstGeom>
        </p:spPr>
      </p:pic>
      <p:pic>
        <p:nvPicPr>
          <p:cNvPr id="52" name="Image 47" descr="preencoded.png">    </p:cNvPr>
          <p:cNvPicPr>
            <a:picLocks noChangeAspect="1"/>
          </p:cNvPicPr>
          <p:nvPr/>
        </p:nvPicPr>
        <p:blipFill>
          <a:blip r:embed="rId48"/>
          <a:srcRect l="0" r="0" t="0" b="0"/>
          <a:stretch/>
        </p:blipFill>
        <p:spPr>
          <a:xfrm>
            <a:off x="698274" y="2808332"/>
            <a:ext cx="585676" cy="606921"/>
          </a:xfrm>
          <a:prstGeom prst="rect">
            <a:avLst/>
          </a:prstGeom>
        </p:spPr>
      </p:pic>
      <p:sp>
        <p:nvSpPr>
          <p:cNvPr id="53" name="Shape 3"/>
          <p:cNvSpPr/>
          <p:nvPr/>
        </p:nvSpPr>
        <p:spPr>
          <a:xfrm>
            <a:off x="7777163" y="0"/>
            <a:ext cx="1366838" cy="900113"/>
          </a:xfrm>
          <a:prstGeom prst="rect">
            <a:avLst/>
          </a:prstGeom>
          <a:noFill/>
          <a:ln/>
        </p:spPr>
      </p:sp>
      <p:pic>
        <p:nvPicPr>
          <p:cNvPr id="54" name="Image 48" descr="preencoded.png">    </p:cNvPr>
          <p:cNvPicPr>
            <a:picLocks noChangeAspect="1"/>
          </p:cNvPicPr>
          <p:nvPr/>
        </p:nvPicPr>
        <p:blipFill>
          <a:blip r:embed="rId49"/>
          <a:srcRect l="0" r="0" t="0" b="0"/>
          <a:stretch/>
        </p:blipFill>
        <p:spPr>
          <a:xfrm>
            <a:off x="8634292" y="57144"/>
            <a:ext cx="275137" cy="457410"/>
          </a:xfrm>
          <a:prstGeom prst="rect">
            <a:avLst/>
          </a:prstGeom>
        </p:spPr>
      </p:pic>
      <p:pic>
        <p:nvPicPr>
          <p:cNvPr id="55" name="Image 49" descr="preencoded.png">    </p:cNvPr>
          <p:cNvPicPr>
            <a:picLocks noChangeAspect="1"/>
          </p:cNvPicPr>
          <p:nvPr/>
        </p:nvPicPr>
        <p:blipFill>
          <a:blip r:embed="rId50"/>
          <a:srcRect l="0" r="0" t="0" b="1"/>
          <a:stretch/>
        </p:blipFill>
        <p:spPr>
          <a:xfrm>
            <a:off x="8549543" y="334513"/>
            <a:ext cx="594457" cy="565599"/>
          </a:xfrm>
          <a:prstGeom prst="rect">
            <a:avLst/>
          </a:prstGeom>
        </p:spPr>
      </p:pic>
      <p:pic>
        <p:nvPicPr>
          <p:cNvPr id="56" name="Image 50" descr="preencoded.png">    </p:cNvPr>
          <p:cNvPicPr>
            <a:picLocks noChangeAspect="1"/>
          </p:cNvPicPr>
          <p:nvPr/>
        </p:nvPicPr>
        <p:blipFill>
          <a:blip r:embed="rId51"/>
          <a:srcRect l="0" r="0" t="0" b="1"/>
          <a:stretch/>
        </p:blipFill>
        <p:spPr>
          <a:xfrm>
            <a:off x="8603112" y="-5"/>
            <a:ext cx="308939" cy="301449"/>
          </a:xfrm>
          <a:prstGeom prst="rect">
            <a:avLst/>
          </a:prstGeom>
        </p:spPr>
      </p:pic>
      <p:pic>
        <p:nvPicPr>
          <p:cNvPr id="57" name="Image 51" descr="preencoded.png">    </p:cNvPr>
          <p:cNvPicPr>
            <a:picLocks noChangeAspect="1"/>
          </p:cNvPicPr>
          <p:nvPr/>
        </p:nvPicPr>
        <p:blipFill>
          <a:blip r:embed="rId52"/>
          <a:srcRect l="0" r="0" t="0" b="0"/>
          <a:stretch/>
        </p:blipFill>
        <p:spPr>
          <a:xfrm>
            <a:off x="8517964" y="559424"/>
            <a:ext cx="409194" cy="288519"/>
          </a:xfrm>
          <a:prstGeom prst="rect">
            <a:avLst/>
          </a:prstGeom>
        </p:spPr>
      </p:pic>
      <p:pic>
        <p:nvPicPr>
          <p:cNvPr id="58" name="Image 52" descr="preencoded.png">    </p:cNvPr>
          <p:cNvPicPr>
            <a:picLocks noChangeAspect="1"/>
          </p:cNvPicPr>
          <p:nvPr/>
        </p:nvPicPr>
        <p:blipFill>
          <a:blip r:embed="rId53"/>
          <a:srcRect l="0" r="-1" t="0" b="1"/>
          <a:stretch/>
        </p:blipFill>
        <p:spPr>
          <a:xfrm>
            <a:off x="8767493" y="635638"/>
            <a:ext cx="318399" cy="264475"/>
          </a:xfrm>
          <a:prstGeom prst="rect">
            <a:avLst/>
          </a:prstGeom>
        </p:spPr>
      </p:pic>
      <p:pic>
        <p:nvPicPr>
          <p:cNvPr id="59" name="Image 53" descr="preencoded.png">    </p:cNvPr>
          <p:cNvPicPr>
            <a:picLocks noChangeAspect="1"/>
          </p:cNvPicPr>
          <p:nvPr/>
        </p:nvPicPr>
        <p:blipFill>
          <a:blip r:embed="rId54"/>
          <a:srcRect l="0" r="1" t="0" b="0"/>
          <a:stretch/>
        </p:blipFill>
        <p:spPr>
          <a:xfrm>
            <a:off x="7957468" y="230067"/>
            <a:ext cx="474306" cy="128498"/>
          </a:xfrm>
          <a:prstGeom prst="rect">
            <a:avLst/>
          </a:prstGeom>
        </p:spPr>
      </p:pic>
      <p:pic>
        <p:nvPicPr>
          <p:cNvPr id="60" name="Image 54" descr="preencoded.png">    </p:cNvPr>
          <p:cNvPicPr>
            <a:picLocks noChangeAspect="1"/>
          </p:cNvPicPr>
          <p:nvPr/>
        </p:nvPicPr>
        <p:blipFill>
          <a:blip r:embed="rId55"/>
          <a:srcRect l="0" r="0" t="0" b="0"/>
          <a:stretch/>
        </p:blipFill>
        <p:spPr>
          <a:xfrm>
            <a:off x="7957458" y="410395"/>
            <a:ext cx="474325" cy="94580"/>
          </a:xfrm>
          <a:prstGeom prst="rect">
            <a:avLst/>
          </a:prstGeom>
        </p:spPr>
      </p:pic>
      <p:pic>
        <p:nvPicPr>
          <p:cNvPr id="61" name="Image 55" descr="preencoded.png">    </p:cNvPr>
          <p:cNvPicPr>
            <a:picLocks noChangeAspect="1"/>
          </p:cNvPicPr>
          <p:nvPr/>
        </p:nvPicPr>
        <p:blipFill>
          <a:blip r:embed="rId56"/>
          <a:srcRect l="0" r="1" t="0" b="0"/>
          <a:stretch/>
        </p:blipFill>
        <p:spPr>
          <a:xfrm>
            <a:off x="7957468" y="545519"/>
            <a:ext cx="474306" cy="128511"/>
          </a:xfrm>
          <a:prstGeom prst="rect">
            <a:avLst/>
          </a:prstGeom>
        </p:spPr>
      </p:pic>
      <p:pic>
        <p:nvPicPr>
          <p:cNvPr id="62" name="Image 56" descr="preencoded.png">    </p:cNvPr>
          <p:cNvPicPr>
            <a:picLocks noChangeAspect="1"/>
          </p:cNvPicPr>
          <p:nvPr/>
        </p:nvPicPr>
        <p:blipFill>
          <a:blip r:embed="rId57"/>
          <a:srcRect l="0" r="4" t="0" b="0"/>
          <a:stretch/>
        </p:blipFill>
        <p:spPr>
          <a:xfrm>
            <a:off x="7781330" y="405549"/>
            <a:ext cx="83204" cy="105004"/>
          </a:xfrm>
          <a:prstGeom prst="rect">
            <a:avLst/>
          </a:prstGeom>
        </p:spPr>
      </p:pic>
      <p:pic>
        <p:nvPicPr>
          <p:cNvPr id="63" name="Image 57" descr="preencoded.png">    </p:cNvPr>
          <p:cNvPicPr>
            <a:picLocks noChangeAspect="1"/>
          </p:cNvPicPr>
          <p:nvPr/>
        </p:nvPicPr>
        <p:blipFill>
          <a:blip r:embed="rId58"/>
          <a:srcRect l="0" r="0" t="0" b="0"/>
          <a:stretch/>
        </p:blipFill>
        <p:spPr>
          <a:xfrm>
            <a:off x="7777172" y="198018"/>
            <a:ext cx="91139" cy="114551"/>
          </a:xfrm>
          <a:prstGeom prst="rect">
            <a:avLst/>
          </a:prstGeom>
        </p:spPr>
      </p:pic>
      <p:pic>
        <p:nvPicPr>
          <p:cNvPr id="64" name="Image 58" descr="preencoded.png">    </p:cNvPr>
          <p:cNvPicPr>
            <a:picLocks noChangeAspect="1"/>
          </p:cNvPicPr>
          <p:nvPr/>
        </p:nvPicPr>
        <p:blipFill>
          <a:blip r:embed="rId59"/>
          <a:srcRect l="0" r="-4" t="0" b="0"/>
          <a:stretch/>
        </p:blipFill>
        <p:spPr>
          <a:xfrm>
            <a:off x="7809570" y="197429"/>
            <a:ext cx="67838" cy="71966"/>
          </a:xfrm>
          <a:prstGeom prst="rect">
            <a:avLst/>
          </a:prstGeom>
        </p:spPr>
      </p:pic>
      <p:pic>
        <p:nvPicPr>
          <p:cNvPr id="65" name="Image 59" descr="preencoded.png">    </p:cNvPr>
          <p:cNvPicPr>
            <a:picLocks noChangeAspect="1"/>
          </p:cNvPicPr>
          <p:nvPr/>
        </p:nvPicPr>
        <p:blipFill>
          <a:blip r:embed="rId60"/>
          <a:srcRect l="0" r="0" t="0" b="0"/>
          <a:stretch/>
        </p:blipFill>
        <p:spPr>
          <a:xfrm>
            <a:off x="7777172" y="586303"/>
            <a:ext cx="91139" cy="114551"/>
          </a:xfrm>
          <a:prstGeom prst="rect">
            <a:avLst/>
          </a:prstGeom>
        </p:spPr>
      </p:pic>
      <p:pic>
        <p:nvPicPr>
          <p:cNvPr id="66" name="Image 60" descr="preencoded.png">    </p:cNvPr>
          <p:cNvPicPr>
            <a:picLocks noChangeAspect="1"/>
          </p:cNvPicPr>
          <p:nvPr/>
        </p:nvPicPr>
        <p:blipFill>
          <a:blip r:embed="rId61"/>
          <a:srcRect l="0" r="-4" t="0" b="0"/>
          <a:stretch/>
        </p:blipFill>
        <p:spPr>
          <a:xfrm>
            <a:off x="7809570" y="585714"/>
            <a:ext cx="67838" cy="7196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352550"/>
            <a:ext cx="79248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363" y="222885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0C8CE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Mechanics</a:t>
            </a:r>
            <a:endParaRPr lang="en-US" sz="2138" dirty="0"/>
          </a:p>
        </p:txBody>
      </p:sp>
      <p:sp>
        <p:nvSpPr>
          <p:cNvPr id="3" name="Shape 1"/>
          <p:cNvSpPr/>
          <p:nvPr/>
        </p:nvSpPr>
        <p:spPr>
          <a:xfrm>
            <a:off x="3514725" y="538163"/>
            <a:ext cx="5143500" cy="3910013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3514725" y="538163"/>
            <a:ext cx="5143500" cy="1533525"/>
          </a:xfrm>
          <a:prstGeom prst="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3514725" y="538163"/>
            <a:ext cx="2324100" cy="457200"/>
          </a:xfrm>
          <a:prstGeom prst="rect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3514725" y="538163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518394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Liquidity</a:t>
            </a:r>
            <a:endParaRPr lang="en-US" sz="1283" dirty="0"/>
          </a:p>
        </p:txBody>
      </p:sp>
      <p:sp>
        <p:nvSpPr>
          <p:cNvPr id="7" name="Text 5"/>
          <p:cNvSpPr/>
          <p:nvPr/>
        </p:nvSpPr>
        <p:spPr>
          <a:xfrm>
            <a:off x="3514725" y="842963"/>
            <a:ext cx="2324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518394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Liquidity, Stop Clusters &amp; Sweeps</a:t>
            </a:r>
            <a:endParaRPr lang="en-US" sz="855" dirty="0"/>
          </a:p>
        </p:txBody>
      </p:sp>
      <p:sp>
        <p:nvSpPr>
          <p:cNvPr id="8" name="Shape 6"/>
          <p:cNvSpPr/>
          <p:nvPr/>
        </p:nvSpPr>
        <p:spPr>
          <a:xfrm>
            <a:off x="6334125" y="538163"/>
            <a:ext cx="2324100" cy="457200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6334125" y="538163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518394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BID &amp; ASK</a:t>
            </a:r>
            <a:endParaRPr lang="en-US" sz="1283" dirty="0"/>
          </a:p>
        </p:txBody>
      </p:sp>
      <p:sp>
        <p:nvSpPr>
          <p:cNvPr id="10" name="Text 8"/>
          <p:cNvSpPr/>
          <p:nvPr/>
        </p:nvSpPr>
        <p:spPr>
          <a:xfrm>
            <a:off x="6334125" y="842963"/>
            <a:ext cx="2324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518394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BUY AND SELL ORDERS BY MP</a:t>
            </a:r>
            <a:endParaRPr lang="en-US" sz="855" dirty="0"/>
          </a:p>
        </p:txBody>
      </p:sp>
      <p:sp>
        <p:nvSpPr>
          <p:cNvPr id="11" name="Shape 9"/>
          <p:cNvSpPr/>
          <p:nvPr/>
        </p:nvSpPr>
        <p:spPr>
          <a:xfrm>
            <a:off x="3514725" y="1614488"/>
            <a:ext cx="2324100" cy="457200"/>
          </a:xfrm>
          <a:prstGeom prst="rect">
            <a:avLst/>
          </a:prstGeom>
          <a:noFill/>
          <a:ln/>
        </p:spPr>
      </p:sp>
      <p:sp>
        <p:nvSpPr>
          <p:cNvPr id="12" name="Text 10"/>
          <p:cNvSpPr/>
          <p:nvPr/>
        </p:nvSpPr>
        <p:spPr>
          <a:xfrm>
            <a:off x="3514725" y="1614488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518394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Order’s Chaos</a:t>
            </a:r>
            <a:endParaRPr lang="en-US" sz="1283" dirty="0"/>
          </a:p>
        </p:txBody>
      </p:sp>
      <p:sp>
        <p:nvSpPr>
          <p:cNvPr id="13" name="Text 11"/>
          <p:cNvSpPr/>
          <p:nvPr/>
        </p:nvSpPr>
        <p:spPr>
          <a:xfrm>
            <a:off x="3514725" y="1919288"/>
            <a:ext cx="2324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518394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vs Limit Orders, Spread &amp; Slippage</a:t>
            </a:r>
            <a:endParaRPr lang="en-US" sz="855" dirty="0"/>
          </a:p>
        </p:txBody>
      </p:sp>
      <p:sp>
        <p:nvSpPr>
          <p:cNvPr id="14" name="Shape 12"/>
          <p:cNvSpPr/>
          <p:nvPr/>
        </p:nvSpPr>
        <p:spPr>
          <a:xfrm>
            <a:off x="6334125" y="1614488"/>
            <a:ext cx="2324100" cy="457200"/>
          </a:xfrm>
          <a:prstGeom prst="rect">
            <a:avLst/>
          </a:prstGeom>
          <a:noFill/>
          <a:ln/>
        </p:spPr>
      </p:sp>
      <p:sp>
        <p:nvSpPr>
          <p:cNvPr id="15" name="Text 13"/>
          <p:cNvSpPr/>
          <p:nvPr/>
        </p:nvSpPr>
        <p:spPr>
          <a:xfrm>
            <a:off x="6334125" y="1614488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518394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CAPITALIZATION </a:t>
            </a:r>
            <a:endParaRPr lang="en-US" sz="1283" dirty="0"/>
          </a:p>
        </p:txBody>
      </p:sp>
      <p:sp>
        <p:nvSpPr>
          <p:cNvPr id="16" name="Text 14"/>
          <p:cNvSpPr/>
          <p:nvPr/>
        </p:nvSpPr>
        <p:spPr>
          <a:xfrm>
            <a:off x="6334125" y="1919288"/>
            <a:ext cx="2324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518394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VALUE OF ALL STOCK w.r.t PRICE</a:t>
            </a:r>
            <a:endParaRPr lang="en-US" sz="855" dirty="0"/>
          </a:p>
        </p:txBody>
      </p:sp>
      <p:sp>
        <p:nvSpPr>
          <p:cNvPr id="17" name="Shape 15"/>
          <p:cNvSpPr/>
          <p:nvPr/>
        </p:nvSpPr>
        <p:spPr>
          <a:xfrm>
            <a:off x="3514725" y="2762250"/>
            <a:ext cx="5143500" cy="1685925"/>
          </a:xfrm>
          <a:prstGeom prst="rect">
            <a:avLst/>
          </a:prstGeom>
          <a:noFill/>
          <a:ln/>
        </p:spPr>
      </p:sp>
      <p:sp>
        <p:nvSpPr>
          <p:cNvPr id="18" name="Shape 16"/>
          <p:cNvSpPr/>
          <p:nvPr/>
        </p:nvSpPr>
        <p:spPr>
          <a:xfrm>
            <a:off x="3514725" y="2762250"/>
            <a:ext cx="2324100" cy="609600"/>
          </a:xfrm>
          <a:prstGeom prst="rect">
            <a:avLst/>
          </a:prstGeom>
          <a:noFill/>
          <a:ln/>
        </p:spPr>
      </p:sp>
      <p:sp>
        <p:nvSpPr>
          <p:cNvPr id="19" name="Text 17"/>
          <p:cNvSpPr/>
          <p:nvPr/>
        </p:nvSpPr>
        <p:spPr>
          <a:xfrm>
            <a:off x="3514725" y="2762250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518394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Volume</a:t>
            </a:r>
            <a:endParaRPr lang="en-US" sz="1283" dirty="0"/>
          </a:p>
        </p:txBody>
      </p:sp>
      <p:sp>
        <p:nvSpPr>
          <p:cNvPr id="20" name="Text 18"/>
          <p:cNvSpPr/>
          <p:nvPr/>
        </p:nvSpPr>
        <p:spPr>
          <a:xfrm>
            <a:off x="3514725" y="3067050"/>
            <a:ext cx="2324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518394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Volume, Relative Volume, </a:t>
            </a:r>
            <a:endParaRPr lang="en-US" sz="855" dirty="0"/>
          </a:p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518394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Confirmation &amp; Divergence</a:t>
            </a:r>
            <a:endParaRPr lang="en-US" sz="855" dirty="0"/>
          </a:p>
        </p:txBody>
      </p:sp>
      <p:sp>
        <p:nvSpPr>
          <p:cNvPr id="21" name="Shape 19"/>
          <p:cNvSpPr/>
          <p:nvPr/>
        </p:nvSpPr>
        <p:spPr>
          <a:xfrm>
            <a:off x="6334125" y="2762250"/>
            <a:ext cx="2324100" cy="609600"/>
          </a:xfrm>
          <a:prstGeom prst="rect">
            <a:avLst/>
          </a:prstGeom>
          <a:noFill/>
          <a:ln/>
        </p:spPr>
      </p:sp>
      <p:sp>
        <p:nvSpPr>
          <p:cNvPr id="22" name="Text 20"/>
          <p:cNvSpPr/>
          <p:nvPr/>
        </p:nvSpPr>
        <p:spPr>
          <a:xfrm>
            <a:off x="6334125" y="2762250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518394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Decibels </a:t>
            </a:r>
            <a:endParaRPr lang="en-US" sz="1283" dirty="0"/>
          </a:p>
        </p:txBody>
      </p:sp>
      <p:sp>
        <p:nvSpPr>
          <p:cNvPr id="23" name="Text 21"/>
          <p:cNvSpPr/>
          <p:nvPr/>
        </p:nvSpPr>
        <p:spPr>
          <a:xfrm>
            <a:off x="6334125" y="3067050"/>
            <a:ext cx="2324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518394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Accumulation vs Distribution, </a:t>
            </a:r>
            <a:endParaRPr lang="en-US" sz="855" dirty="0"/>
          </a:p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518394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VWAP &amp; Volume Profile</a:t>
            </a:r>
            <a:endParaRPr lang="en-US" sz="855" dirty="0"/>
          </a:p>
        </p:txBody>
      </p:sp>
      <p:sp>
        <p:nvSpPr>
          <p:cNvPr id="24" name="Shape 22"/>
          <p:cNvSpPr/>
          <p:nvPr/>
        </p:nvSpPr>
        <p:spPr>
          <a:xfrm>
            <a:off x="3514725" y="3990975"/>
            <a:ext cx="2324100" cy="457200"/>
          </a:xfrm>
          <a:prstGeom prst="rect">
            <a:avLst/>
          </a:prstGeom>
          <a:noFill/>
          <a:ln/>
        </p:spPr>
      </p:sp>
      <p:sp>
        <p:nvSpPr>
          <p:cNvPr id="25" name="Text 23"/>
          <p:cNvSpPr/>
          <p:nvPr/>
        </p:nvSpPr>
        <p:spPr>
          <a:xfrm>
            <a:off x="3514725" y="3990975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518394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Bell Curve</a:t>
            </a:r>
            <a:endParaRPr lang="en-US" sz="1283" dirty="0"/>
          </a:p>
        </p:txBody>
      </p:sp>
      <p:sp>
        <p:nvSpPr>
          <p:cNvPr id="26" name="Text 24"/>
          <p:cNvSpPr/>
          <p:nvPr/>
        </p:nvSpPr>
        <p:spPr>
          <a:xfrm>
            <a:off x="3514725" y="4295775"/>
            <a:ext cx="2324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518394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Tools to smooth price data</a:t>
            </a:r>
            <a:endParaRPr lang="en-US" sz="855" dirty="0"/>
          </a:p>
        </p:txBody>
      </p:sp>
      <p:sp>
        <p:nvSpPr>
          <p:cNvPr id="27" name="Shape 25"/>
          <p:cNvSpPr/>
          <p:nvPr/>
        </p:nvSpPr>
        <p:spPr>
          <a:xfrm>
            <a:off x="6334125" y="3990975"/>
            <a:ext cx="2324100" cy="457200"/>
          </a:xfrm>
          <a:prstGeom prst="rect">
            <a:avLst/>
          </a:prstGeom>
          <a:noFill/>
          <a:ln/>
        </p:spPr>
      </p:sp>
      <p:sp>
        <p:nvSpPr>
          <p:cNvPr id="28" name="Text 26"/>
          <p:cNvSpPr/>
          <p:nvPr/>
        </p:nvSpPr>
        <p:spPr>
          <a:xfrm>
            <a:off x="6334125" y="3990975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518394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Indicator Reality</a:t>
            </a:r>
            <a:endParaRPr lang="en-US" sz="1283" dirty="0"/>
          </a:p>
        </p:txBody>
      </p:sp>
      <p:sp>
        <p:nvSpPr>
          <p:cNvPr id="29" name="Text 27"/>
          <p:cNvSpPr/>
          <p:nvPr/>
        </p:nvSpPr>
        <p:spPr>
          <a:xfrm>
            <a:off x="6334125" y="4295775"/>
            <a:ext cx="2324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518394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HIGH LOW CLOSE</a:t>
            </a:r>
            <a:endParaRPr lang="en-US" sz="85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14500" y="2271713"/>
            <a:ext cx="571500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524"/>
              </a:lnSpc>
              <a:buNone/>
            </a:pPr>
            <a:r>
              <a:rPr lang="en-US" sz="3420" spc="308" kern="0" dirty="0">
                <a:solidFill>
                  <a:srgbClr val="EEEEEE">
                    <a:alpha val="99000"/>
                  </a:srgbClr>
                </a:solidFill>
                <a:latin typeface="Castoro" pitchFamily="34" charset="0"/>
                <a:ea typeface="Castoro" pitchFamily="34" charset="-122"/>
                <a:cs typeface="Castoro" pitchFamily="34" charset="-120"/>
              </a:rPr>
              <a:t>A Psalm of Life</a:t>
            </a:r>
            <a:endParaRPr lang="en-US" sz="3420" dirty="0"/>
          </a:p>
        </p:txBody>
      </p:sp>
      <p:sp>
        <p:nvSpPr>
          <p:cNvPr id="3" name="Text 1"/>
          <p:cNvSpPr/>
          <p:nvPr/>
        </p:nvSpPr>
        <p:spPr>
          <a:xfrm>
            <a:off x="3590925" y="2847975"/>
            <a:ext cx="1957388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EEEEEE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Henry Wadsworth Longfellow</a:t>
            </a:r>
            <a:endParaRPr lang="en-US" sz="1069" dirty="0"/>
          </a:p>
        </p:txBody>
      </p:sp>
      <p:sp>
        <p:nvSpPr>
          <p:cNvPr id="4" name="Shape 2"/>
          <p:cNvSpPr/>
          <p:nvPr/>
        </p:nvSpPr>
        <p:spPr>
          <a:xfrm>
            <a:off x="3438525" y="3314700"/>
            <a:ext cx="2266950" cy="1827280"/>
          </a:xfrm>
          <a:prstGeom prst="rect">
            <a:avLst/>
          </a:prstGeom>
          <a:noFill/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462998" y="3930233"/>
            <a:ext cx="2010110" cy="294785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520985" y="3314700"/>
            <a:ext cx="2183374" cy="195578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1" t="0" b="0"/>
          <a:stretch/>
        </p:blipFill>
        <p:spPr>
          <a:xfrm>
            <a:off x="3438497" y="3708522"/>
            <a:ext cx="2176621" cy="236565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443753" y="3511236"/>
            <a:ext cx="2261722" cy="195166"/>
          </a:xfrm>
          <a:prstGeom prst="rect">
            <a:avLst/>
          </a:prstGeom>
        </p:spPr>
      </p:pic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rcRect l="0" r="-6" t="0" b="0"/>
          <a:stretch/>
        </p:blipFill>
        <p:spPr>
          <a:xfrm>
            <a:off x="4488480" y="4706699"/>
            <a:ext cx="16725" cy="79482"/>
          </a:xfrm>
          <a:prstGeom prst="rect">
            <a:avLst/>
          </a:prstGeom>
        </p:spPr>
      </p:pic>
      <p:pic>
        <p:nvPicPr>
          <p:cNvPr id="1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981636" y="4549228"/>
            <a:ext cx="520843" cy="313128"/>
          </a:xfrm>
          <a:prstGeom prst="rect">
            <a:avLst/>
          </a:prstGeom>
        </p:spPr>
      </p:pic>
      <p:pic>
        <p:nvPicPr>
          <p:cNvPr id="11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3992128" y="4559651"/>
            <a:ext cx="410719" cy="73049"/>
          </a:xfrm>
          <a:prstGeom prst="rect">
            <a:avLst/>
          </a:prstGeom>
        </p:spPr>
      </p:pic>
      <p:pic>
        <p:nvPicPr>
          <p:cNvPr id="12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1"/>
          <a:stretch/>
        </p:blipFill>
        <p:spPr>
          <a:xfrm>
            <a:off x="3988929" y="4579850"/>
            <a:ext cx="416105" cy="78546"/>
          </a:xfrm>
          <a:prstGeom prst="rect">
            <a:avLst/>
          </a:prstGeom>
        </p:spPr>
      </p:pic>
      <p:pic>
        <p:nvPicPr>
          <p:cNvPr id="13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3987459" y="4602940"/>
            <a:ext cx="415900" cy="88584"/>
          </a:xfrm>
          <a:prstGeom prst="rect">
            <a:avLst/>
          </a:prstGeom>
        </p:spPr>
      </p:pic>
      <p:pic>
        <p:nvPicPr>
          <p:cNvPr id="14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3988864" y="4620508"/>
            <a:ext cx="414505" cy="97080"/>
          </a:xfrm>
          <a:prstGeom prst="rect">
            <a:avLst/>
          </a:prstGeom>
        </p:spPr>
      </p:pic>
      <p:pic>
        <p:nvPicPr>
          <p:cNvPr id="15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3997393" y="4638166"/>
            <a:ext cx="410375" cy="104016"/>
          </a:xfrm>
          <a:prstGeom prst="rect">
            <a:avLst/>
          </a:prstGeom>
        </p:spPr>
      </p:pic>
      <p:pic>
        <p:nvPicPr>
          <p:cNvPr id="16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4009113" y="4656013"/>
            <a:ext cx="408068" cy="107605"/>
          </a:xfrm>
          <a:prstGeom prst="rect">
            <a:avLst/>
          </a:prstGeom>
        </p:spPr>
      </p:pic>
      <p:pic>
        <p:nvPicPr>
          <p:cNvPr id="17" name="Image 12" descr="preencoded.png">    </p:cNvPr>
          <p:cNvPicPr>
            <a:picLocks noChangeAspect="1"/>
          </p:cNvPicPr>
          <p:nvPr/>
        </p:nvPicPr>
        <p:blipFill>
          <a:blip r:embed="rId13"/>
          <a:srcRect l="0" r="1" t="0" b="0"/>
          <a:stretch/>
        </p:blipFill>
        <p:spPr>
          <a:xfrm>
            <a:off x="4035010" y="4665952"/>
            <a:ext cx="394581" cy="111360"/>
          </a:xfrm>
          <a:prstGeom prst="rect">
            <a:avLst/>
          </a:prstGeom>
        </p:spPr>
      </p:pic>
      <p:pic>
        <p:nvPicPr>
          <p:cNvPr id="18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1"/>
          <a:stretch/>
        </p:blipFill>
        <p:spPr>
          <a:xfrm>
            <a:off x="4055957" y="4671922"/>
            <a:ext cx="402943" cy="120691"/>
          </a:xfrm>
          <a:prstGeom prst="rect">
            <a:avLst/>
          </a:prstGeom>
        </p:spPr>
      </p:pic>
      <p:pic>
        <p:nvPicPr>
          <p:cNvPr id="19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4078672" y="4681417"/>
            <a:ext cx="410115" cy="129553"/>
          </a:xfrm>
          <a:prstGeom prst="rect">
            <a:avLst/>
          </a:prstGeom>
        </p:spPr>
      </p:pic>
      <p:pic>
        <p:nvPicPr>
          <p:cNvPr id="20" name="Image 15" descr="preencoded.png">    </p:cNvPr>
          <p:cNvPicPr>
            <a:picLocks noChangeAspect="1"/>
          </p:cNvPicPr>
          <p:nvPr/>
        </p:nvPicPr>
        <p:blipFill>
          <a:blip r:embed="rId16"/>
          <a:srcRect l="0" r="1" t="0" b="1"/>
          <a:stretch/>
        </p:blipFill>
        <p:spPr>
          <a:xfrm>
            <a:off x="4090736" y="4700140"/>
            <a:ext cx="410189" cy="132973"/>
          </a:xfrm>
          <a:prstGeom prst="rect">
            <a:avLst/>
          </a:prstGeom>
        </p:spPr>
      </p:pic>
      <p:pic>
        <p:nvPicPr>
          <p:cNvPr id="21" name="Image 16" descr="preencoded.png">    </p:cNvPr>
          <p:cNvPicPr>
            <a:picLocks noChangeAspect="1"/>
          </p:cNvPicPr>
          <p:nvPr/>
        </p:nvPicPr>
        <p:blipFill>
          <a:blip r:embed="rId17"/>
          <a:srcRect l="0" r="-1" t="0" b="0"/>
          <a:stretch/>
        </p:blipFill>
        <p:spPr>
          <a:xfrm>
            <a:off x="3967507" y="4607036"/>
            <a:ext cx="135127" cy="350634"/>
          </a:xfrm>
          <a:prstGeom prst="rect">
            <a:avLst/>
          </a:prstGeom>
        </p:spPr>
      </p:pic>
      <p:pic>
        <p:nvPicPr>
          <p:cNvPr id="22" name="Image 17" descr="preencoded.png">    </p:cNvPr>
          <p:cNvPicPr>
            <a:picLocks noChangeAspect="1"/>
          </p:cNvPicPr>
          <p:nvPr/>
        </p:nvPicPr>
        <p:blipFill>
          <a:blip r:embed="rId18"/>
          <a:srcRect l="0" r="60" t="0" b="0"/>
          <a:stretch/>
        </p:blipFill>
        <p:spPr>
          <a:xfrm>
            <a:off x="5067672" y="4407951"/>
            <a:ext cx="5023" cy="23888"/>
          </a:xfrm>
          <a:prstGeom prst="rect">
            <a:avLst/>
          </a:prstGeom>
        </p:spPr>
      </p:pic>
      <p:pic>
        <p:nvPicPr>
          <p:cNvPr id="23" name="Image 18" descr="preencoded.png">    </p:cNvPr>
          <p:cNvPicPr>
            <a:picLocks noChangeAspect="1"/>
          </p:cNvPicPr>
          <p:nvPr/>
        </p:nvPicPr>
        <p:blipFill>
          <a:blip r:embed="rId19"/>
          <a:srcRect l="0" r="-2" t="0" b="0"/>
          <a:stretch/>
        </p:blipFill>
        <p:spPr>
          <a:xfrm>
            <a:off x="4915346" y="4360625"/>
            <a:ext cx="156539" cy="94108"/>
          </a:xfrm>
          <a:prstGeom prst="rect">
            <a:avLst/>
          </a:prstGeom>
        </p:spPr>
      </p:pic>
      <p:pic>
        <p:nvPicPr>
          <p:cNvPr id="24" name="Image 19" descr="preencoded.png">    </p:cNvPr>
          <p:cNvPicPr>
            <a:picLocks noChangeAspect="1"/>
          </p:cNvPicPr>
          <p:nvPr/>
        </p:nvPicPr>
        <p:blipFill>
          <a:blip r:embed="rId20"/>
          <a:srcRect l="0" r="0" t="0" b="0"/>
          <a:stretch/>
        </p:blipFill>
        <p:spPr>
          <a:xfrm>
            <a:off x="4918500" y="4363757"/>
            <a:ext cx="123444" cy="21954"/>
          </a:xfrm>
          <a:prstGeom prst="rect">
            <a:avLst/>
          </a:prstGeom>
        </p:spPr>
      </p:pic>
      <p:pic>
        <p:nvPicPr>
          <p:cNvPr id="25" name="Image 20" descr="preencoded.png">    </p:cNvPr>
          <p:cNvPicPr>
            <a:picLocks noChangeAspect="1"/>
          </p:cNvPicPr>
          <p:nvPr/>
        </p:nvPicPr>
        <p:blipFill>
          <a:blip r:embed="rId21"/>
          <a:srcRect l="0" r="3" t="0" b="0"/>
          <a:stretch/>
        </p:blipFill>
        <p:spPr>
          <a:xfrm>
            <a:off x="4917542" y="4369828"/>
            <a:ext cx="125053" cy="23607"/>
          </a:xfrm>
          <a:prstGeom prst="rect">
            <a:avLst/>
          </a:prstGeom>
        </p:spPr>
      </p:pic>
      <p:pic>
        <p:nvPicPr>
          <p:cNvPr id="26" name="Image 21" descr="preencoded.png">    </p:cNvPr>
          <p:cNvPicPr>
            <a:picLocks noChangeAspect="1"/>
          </p:cNvPicPr>
          <p:nvPr/>
        </p:nvPicPr>
        <p:blipFill>
          <a:blip r:embed="rId22"/>
          <a:srcRect l="0" r="0" t="0" b="0"/>
          <a:stretch/>
        </p:blipFill>
        <p:spPr>
          <a:xfrm>
            <a:off x="4917095" y="4376767"/>
            <a:ext cx="124997" cy="26623"/>
          </a:xfrm>
          <a:prstGeom prst="rect">
            <a:avLst/>
          </a:prstGeom>
        </p:spPr>
      </p:pic>
      <p:pic>
        <p:nvPicPr>
          <p:cNvPr id="27" name="Image 22" descr="preencoded.png">    </p:cNvPr>
          <p:cNvPicPr>
            <a:picLocks noChangeAspect="1"/>
          </p:cNvPicPr>
          <p:nvPr/>
        </p:nvPicPr>
        <p:blipFill>
          <a:blip r:embed="rId23"/>
          <a:srcRect l="0" r="0" t="0" b="0"/>
          <a:stretch/>
        </p:blipFill>
        <p:spPr>
          <a:xfrm>
            <a:off x="4917514" y="4382048"/>
            <a:ext cx="124578" cy="29177"/>
          </a:xfrm>
          <a:prstGeom prst="rect">
            <a:avLst/>
          </a:prstGeom>
        </p:spPr>
      </p:pic>
      <p:pic>
        <p:nvPicPr>
          <p:cNvPr id="28" name="Image 23" descr="preencoded.png">    </p:cNvPr>
          <p:cNvPicPr>
            <a:picLocks noChangeAspect="1"/>
          </p:cNvPicPr>
          <p:nvPr/>
        </p:nvPicPr>
        <p:blipFill>
          <a:blip r:embed="rId24"/>
          <a:srcRect l="0" r="2" t="0" b="0"/>
          <a:stretch/>
        </p:blipFill>
        <p:spPr>
          <a:xfrm>
            <a:off x="4920081" y="4387355"/>
            <a:ext cx="123332" cy="31261"/>
          </a:xfrm>
          <a:prstGeom prst="rect">
            <a:avLst/>
          </a:prstGeom>
        </p:spPr>
      </p:pic>
      <p:pic>
        <p:nvPicPr>
          <p:cNvPr id="29" name="Image 24" descr="preencoded.png">    </p:cNvPr>
          <p:cNvPicPr>
            <a:picLocks noChangeAspect="1"/>
          </p:cNvPicPr>
          <p:nvPr/>
        </p:nvPicPr>
        <p:blipFill>
          <a:blip r:embed="rId25"/>
          <a:srcRect l="0" r="-2" t="0" b="0"/>
          <a:stretch/>
        </p:blipFill>
        <p:spPr>
          <a:xfrm>
            <a:off x="4923606" y="4392718"/>
            <a:ext cx="122644" cy="32340"/>
          </a:xfrm>
          <a:prstGeom prst="rect">
            <a:avLst/>
          </a:prstGeom>
        </p:spPr>
      </p:pic>
      <p:pic>
        <p:nvPicPr>
          <p:cNvPr id="30" name="Image 25" descr="preencoded.png">    </p:cNvPr>
          <p:cNvPicPr>
            <a:picLocks noChangeAspect="1"/>
          </p:cNvPicPr>
          <p:nvPr/>
        </p:nvPicPr>
        <p:blipFill>
          <a:blip r:embed="rId26"/>
          <a:srcRect l="0" r="1" t="0" b="3"/>
          <a:stretch/>
        </p:blipFill>
        <p:spPr>
          <a:xfrm>
            <a:off x="4931392" y="4395705"/>
            <a:ext cx="118588" cy="33468"/>
          </a:xfrm>
          <a:prstGeom prst="rect">
            <a:avLst/>
          </a:prstGeom>
        </p:spPr>
      </p:pic>
      <p:pic>
        <p:nvPicPr>
          <p:cNvPr id="31" name="Image 26" descr="preencoded.png">    </p:cNvPr>
          <p:cNvPicPr>
            <a:picLocks noChangeAspect="1"/>
          </p:cNvPicPr>
          <p:nvPr/>
        </p:nvPicPr>
        <p:blipFill>
          <a:blip r:embed="rId27"/>
          <a:srcRect l="0" r="2" t="0" b="0"/>
          <a:stretch/>
        </p:blipFill>
        <p:spPr>
          <a:xfrm>
            <a:off x="4937689" y="4397499"/>
            <a:ext cx="121100" cy="36273"/>
          </a:xfrm>
          <a:prstGeom prst="rect">
            <a:avLst/>
          </a:prstGeom>
        </p:spPr>
      </p:pic>
      <p:pic>
        <p:nvPicPr>
          <p:cNvPr id="32" name="Image 27" descr="preencoded.png">    </p:cNvPr>
          <p:cNvPicPr>
            <a:picLocks noChangeAspect="1"/>
          </p:cNvPicPr>
          <p:nvPr/>
        </p:nvPicPr>
        <p:blipFill>
          <a:blip r:embed="rId28"/>
          <a:srcRect l="0" r="0" t="0" b="0"/>
          <a:stretch/>
        </p:blipFill>
        <p:spPr>
          <a:xfrm>
            <a:off x="4944507" y="4400353"/>
            <a:ext cx="123258" cy="38937"/>
          </a:xfrm>
          <a:prstGeom prst="rect">
            <a:avLst/>
          </a:prstGeom>
        </p:spPr>
      </p:pic>
      <p:pic>
        <p:nvPicPr>
          <p:cNvPr id="33" name="Image 28" descr="preencoded.png">    </p:cNvPr>
          <p:cNvPicPr>
            <a:picLocks noChangeAspect="1"/>
          </p:cNvPicPr>
          <p:nvPr/>
        </p:nvPicPr>
        <p:blipFill>
          <a:blip r:embed="rId29"/>
          <a:srcRect l="0" r="4" t="0" b="0"/>
          <a:stretch/>
        </p:blipFill>
        <p:spPr>
          <a:xfrm>
            <a:off x="4948135" y="4405980"/>
            <a:ext cx="123276" cy="39964"/>
          </a:xfrm>
          <a:prstGeom prst="rect">
            <a:avLst/>
          </a:prstGeom>
        </p:spPr>
      </p:pic>
      <p:pic>
        <p:nvPicPr>
          <p:cNvPr id="34" name="Image 29" descr="preencoded.png">    </p:cNvPr>
          <p:cNvPicPr>
            <a:picLocks noChangeAspect="1"/>
          </p:cNvPicPr>
          <p:nvPr/>
        </p:nvPicPr>
        <p:blipFill>
          <a:blip r:embed="rId30"/>
          <a:srcRect l="0" r="0" t="0" b="0"/>
          <a:stretch/>
        </p:blipFill>
        <p:spPr>
          <a:xfrm>
            <a:off x="4911096" y="4377998"/>
            <a:ext cx="40611" cy="105381"/>
          </a:xfrm>
          <a:prstGeom prst="rect">
            <a:avLst/>
          </a:prstGeom>
        </p:spPr>
      </p:pic>
      <p:pic>
        <p:nvPicPr>
          <p:cNvPr id="35" name="Image 30" descr="preencoded.png">    </p:cNvPr>
          <p:cNvPicPr>
            <a:picLocks noChangeAspect="1"/>
          </p:cNvPicPr>
          <p:nvPr/>
        </p:nvPicPr>
        <p:blipFill>
          <a:blip r:embed="rId31"/>
          <a:srcRect l="0" r="5" t="0" b="0"/>
          <a:stretch/>
        </p:blipFill>
        <p:spPr>
          <a:xfrm>
            <a:off x="3569457" y="4880209"/>
            <a:ext cx="18659" cy="8585"/>
          </a:xfrm>
          <a:prstGeom prst="rect">
            <a:avLst/>
          </a:prstGeom>
        </p:spPr>
      </p:pic>
      <p:pic>
        <p:nvPicPr>
          <p:cNvPr id="36" name="Image 31" descr="preencoded.png">    </p:cNvPr>
          <p:cNvPicPr>
            <a:picLocks noChangeAspect="1"/>
          </p:cNvPicPr>
          <p:nvPr/>
        </p:nvPicPr>
        <p:blipFill>
          <a:blip r:embed="rId32"/>
          <a:srcRect l="0" r="26" t="0" b="0"/>
          <a:stretch/>
        </p:blipFill>
        <p:spPr>
          <a:xfrm>
            <a:off x="3563410" y="4880209"/>
            <a:ext cx="7730" cy="20849"/>
          </a:xfrm>
          <a:prstGeom prst="rect">
            <a:avLst/>
          </a:prstGeom>
        </p:spPr>
      </p:pic>
      <p:pic>
        <p:nvPicPr>
          <p:cNvPr id="37" name="Image 32" descr="preencoded.png">    </p:cNvPr>
          <p:cNvPicPr>
            <a:picLocks noChangeAspect="1"/>
          </p:cNvPicPr>
          <p:nvPr/>
        </p:nvPicPr>
        <p:blipFill>
          <a:blip r:embed="rId33"/>
          <a:srcRect l="0" r="0" t="0" b="0"/>
          <a:stretch/>
        </p:blipFill>
        <p:spPr>
          <a:xfrm>
            <a:off x="3561522" y="4860797"/>
            <a:ext cx="23329" cy="12599"/>
          </a:xfrm>
          <a:prstGeom prst="rect">
            <a:avLst/>
          </a:prstGeom>
        </p:spPr>
      </p:pic>
      <p:pic>
        <p:nvPicPr>
          <p:cNvPr id="38" name="Image 33" descr="preencoded.png">    </p:cNvPr>
          <p:cNvPicPr>
            <a:picLocks noChangeAspect="1"/>
          </p:cNvPicPr>
          <p:nvPr/>
        </p:nvPicPr>
        <p:blipFill>
          <a:blip r:embed="rId34"/>
          <a:srcRect l="0" r="0" t="0" b="0"/>
          <a:stretch/>
        </p:blipFill>
        <p:spPr>
          <a:xfrm>
            <a:off x="3549709" y="4863312"/>
            <a:ext cx="13143" cy="22784"/>
          </a:xfrm>
          <a:prstGeom prst="rect">
            <a:avLst/>
          </a:prstGeom>
        </p:spPr>
      </p:pic>
      <p:pic>
        <p:nvPicPr>
          <p:cNvPr id="39" name="Image 34" descr="preencoded.png">    </p:cNvPr>
          <p:cNvPicPr>
            <a:picLocks noChangeAspect="1"/>
          </p:cNvPicPr>
          <p:nvPr/>
        </p:nvPicPr>
        <p:blipFill>
          <a:blip r:embed="rId35"/>
          <a:srcRect l="0" r="4" t="0" b="0"/>
          <a:stretch/>
        </p:blipFill>
        <p:spPr>
          <a:xfrm>
            <a:off x="3554695" y="4835440"/>
            <a:ext cx="25189" cy="15284"/>
          </a:xfrm>
          <a:prstGeom prst="rect">
            <a:avLst/>
          </a:prstGeom>
        </p:spPr>
      </p:pic>
      <p:pic>
        <p:nvPicPr>
          <p:cNvPr id="40" name="Image 35" descr="preencoded.png">    </p:cNvPr>
          <p:cNvPicPr>
            <a:picLocks noChangeAspect="1"/>
          </p:cNvPicPr>
          <p:nvPr/>
        </p:nvPicPr>
        <p:blipFill>
          <a:blip r:embed="rId36"/>
          <a:srcRect l="0" r="7" t="0" b="0"/>
          <a:stretch/>
        </p:blipFill>
        <p:spPr>
          <a:xfrm>
            <a:off x="3548621" y="4812332"/>
            <a:ext cx="28454" cy="16015"/>
          </a:xfrm>
          <a:prstGeom prst="rect">
            <a:avLst/>
          </a:prstGeom>
        </p:spPr>
      </p:pic>
      <p:pic>
        <p:nvPicPr>
          <p:cNvPr id="41" name="Image 36" descr="preencoded.png">    </p:cNvPr>
          <p:cNvPicPr>
            <a:picLocks noChangeAspect="1"/>
          </p:cNvPicPr>
          <p:nvPr/>
        </p:nvPicPr>
        <p:blipFill>
          <a:blip r:embed="rId37"/>
          <a:srcRect l="0" r="13" t="0" b="0"/>
          <a:stretch/>
        </p:blipFill>
        <p:spPr>
          <a:xfrm>
            <a:off x="3546444" y="4790168"/>
            <a:ext cx="30007" cy="13916"/>
          </a:xfrm>
          <a:prstGeom prst="rect">
            <a:avLst/>
          </a:prstGeom>
        </p:spPr>
      </p:pic>
      <p:pic>
        <p:nvPicPr>
          <p:cNvPr id="42" name="Image 37" descr="preencoded.png">    </p:cNvPr>
          <p:cNvPicPr>
            <a:picLocks noChangeAspect="1"/>
          </p:cNvPicPr>
          <p:nvPr/>
        </p:nvPicPr>
        <p:blipFill>
          <a:blip r:embed="rId38"/>
          <a:srcRect l="0" r="17" t="0" b="-7"/>
          <a:stretch/>
        </p:blipFill>
        <p:spPr>
          <a:xfrm>
            <a:off x="3544584" y="4767166"/>
            <a:ext cx="29384" cy="14192"/>
          </a:xfrm>
          <a:prstGeom prst="rect">
            <a:avLst/>
          </a:prstGeom>
        </p:spPr>
      </p:pic>
      <p:pic>
        <p:nvPicPr>
          <p:cNvPr id="43" name="Image 38" descr="preencoded.png">    </p:cNvPr>
          <p:cNvPicPr>
            <a:picLocks noChangeAspect="1"/>
          </p:cNvPicPr>
          <p:nvPr/>
        </p:nvPicPr>
        <p:blipFill>
          <a:blip r:embed="rId39"/>
          <a:srcRect l="0" r="10" t="0" b="0"/>
          <a:stretch/>
        </p:blipFill>
        <p:spPr>
          <a:xfrm>
            <a:off x="3545663" y="4743174"/>
            <a:ext cx="28919" cy="16836"/>
          </a:xfrm>
          <a:prstGeom prst="rect">
            <a:avLst/>
          </a:prstGeom>
        </p:spPr>
      </p:pic>
      <p:pic>
        <p:nvPicPr>
          <p:cNvPr id="44" name="Image 39" descr="preencoded.png">    </p:cNvPr>
          <p:cNvPicPr>
            <a:picLocks noChangeAspect="1"/>
          </p:cNvPicPr>
          <p:nvPr/>
        </p:nvPicPr>
        <p:blipFill>
          <a:blip r:embed="rId40"/>
          <a:srcRect l="0" r="-7" t="0" b="0"/>
          <a:stretch/>
        </p:blipFill>
        <p:spPr>
          <a:xfrm>
            <a:off x="3548621" y="4720690"/>
            <a:ext cx="29235" cy="16796"/>
          </a:xfrm>
          <a:prstGeom prst="rect">
            <a:avLst/>
          </a:prstGeom>
        </p:spPr>
      </p:pic>
      <p:pic>
        <p:nvPicPr>
          <p:cNvPr id="45" name="Image 40" descr="preencoded.png">    </p:cNvPr>
          <p:cNvPicPr>
            <a:picLocks noChangeAspect="1"/>
          </p:cNvPicPr>
          <p:nvPr/>
        </p:nvPicPr>
        <p:blipFill>
          <a:blip r:embed="rId41"/>
          <a:srcRect l="0" r="0" t="0" b="0"/>
          <a:stretch/>
        </p:blipFill>
        <p:spPr>
          <a:xfrm>
            <a:off x="3552462" y="4697253"/>
            <a:ext cx="30686" cy="18606"/>
          </a:xfrm>
          <a:prstGeom prst="rect">
            <a:avLst/>
          </a:prstGeom>
        </p:spPr>
      </p:pic>
      <p:pic>
        <p:nvPicPr>
          <p:cNvPr id="46" name="Image 41" descr="preencoded.png">    </p:cNvPr>
          <p:cNvPicPr>
            <a:picLocks noChangeAspect="1"/>
          </p:cNvPicPr>
          <p:nvPr/>
        </p:nvPicPr>
        <p:blipFill>
          <a:blip r:embed="rId42"/>
          <a:srcRect l="0" r="-3" t="0" b="0"/>
          <a:stretch/>
        </p:blipFill>
        <p:spPr>
          <a:xfrm>
            <a:off x="3557392" y="4673667"/>
            <a:ext cx="30566" cy="21342"/>
          </a:xfrm>
          <a:prstGeom prst="rect">
            <a:avLst/>
          </a:prstGeom>
        </p:spPr>
      </p:pic>
      <p:pic>
        <p:nvPicPr>
          <p:cNvPr id="47" name="Image 42" descr="preencoded.png">    </p:cNvPr>
          <p:cNvPicPr>
            <a:picLocks noChangeAspect="1"/>
          </p:cNvPicPr>
          <p:nvPr/>
        </p:nvPicPr>
        <p:blipFill>
          <a:blip r:embed="rId43"/>
          <a:srcRect l="0" r="0" t="0" b="5"/>
          <a:stretch/>
        </p:blipFill>
        <p:spPr>
          <a:xfrm>
            <a:off x="3564638" y="4652815"/>
            <a:ext cx="30166" cy="20852"/>
          </a:xfrm>
          <a:prstGeom prst="rect">
            <a:avLst/>
          </a:prstGeom>
        </p:spPr>
      </p:pic>
      <p:pic>
        <p:nvPicPr>
          <p:cNvPr id="48" name="Image 43" descr="preencoded.png">    </p:cNvPr>
          <p:cNvPicPr>
            <a:picLocks noChangeAspect="1"/>
          </p:cNvPicPr>
          <p:nvPr/>
        </p:nvPicPr>
        <p:blipFill>
          <a:blip r:embed="rId44"/>
          <a:srcRect l="0" r="0" t="0" b="0"/>
          <a:stretch/>
        </p:blipFill>
        <p:spPr>
          <a:xfrm>
            <a:off x="3573354" y="4631073"/>
            <a:ext cx="26436" cy="19356"/>
          </a:xfrm>
          <a:prstGeom prst="rect">
            <a:avLst/>
          </a:prstGeom>
        </p:spPr>
      </p:pic>
      <p:pic>
        <p:nvPicPr>
          <p:cNvPr id="49" name="Image 44" descr="preencoded.png">    </p:cNvPr>
          <p:cNvPicPr>
            <a:picLocks noChangeAspect="1"/>
          </p:cNvPicPr>
          <p:nvPr/>
        </p:nvPicPr>
        <p:blipFill>
          <a:blip r:embed="rId45"/>
          <a:srcRect l="0" r="-13" t="0" b="0"/>
          <a:stretch/>
        </p:blipFill>
        <p:spPr>
          <a:xfrm>
            <a:off x="3581279" y="4606561"/>
            <a:ext cx="23794" cy="22207"/>
          </a:xfrm>
          <a:prstGeom prst="rect">
            <a:avLst/>
          </a:prstGeom>
        </p:spPr>
      </p:pic>
      <p:pic>
        <p:nvPicPr>
          <p:cNvPr id="50" name="Image 45" descr="preencoded.png">    </p:cNvPr>
          <p:cNvPicPr>
            <a:picLocks noChangeAspect="1"/>
          </p:cNvPicPr>
          <p:nvPr/>
        </p:nvPicPr>
        <p:blipFill>
          <a:blip r:embed="rId46"/>
          <a:srcRect l="0" r="0" t="0" b="0"/>
          <a:stretch/>
        </p:blipFill>
        <p:spPr>
          <a:xfrm>
            <a:off x="3588479" y="4583411"/>
            <a:ext cx="21515" cy="21934"/>
          </a:xfrm>
          <a:prstGeom prst="rect">
            <a:avLst/>
          </a:prstGeom>
        </p:spPr>
      </p:pic>
      <p:pic>
        <p:nvPicPr>
          <p:cNvPr id="51" name="Image 46" descr="preencoded.png">    </p:cNvPr>
          <p:cNvPicPr>
            <a:picLocks noChangeAspect="1"/>
          </p:cNvPicPr>
          <p:nvPr/>
        </p:nvPicPr>
        <p:blipFill>
          <a:blip r:embed="rId47"/>
          <a:srcRect l="0" r="-7" t="0" b="0"/>
          <a:stretch/>
        </p:blipFill>
        <p:spPr>
          <a:xfrm>
            <a:off x="3591967" y="4547682"/>
            <a:ext cx="14818" cy="40914"/>
          </a:xfrm>
          <a:prstGeom prst="rect">
            <a:avLst/>
          </a:prstGeom>
        </p:spPr>
      </p:pic>
      <p:pic>
        <p:nvPicPr>
          <p:cNvPr id="52" name="Image 47" descr="preencoded.png">    </p:cNvPr>
          <p:cNvPicPr>
            <a:picLocks noChangeAspect="1"/>
          </p:cNvPicPr>
          <p:nvPr/>
        </p:nvPicPr>
        <p:blipFill>
          <a:blip r:embed="rId48"/>
          <a:srcRect l="0" r="0" t="0" b="0"/>
          <a:stretch/>
        </p:blipFill>
        <p:spPr>
          <a:xfrm>
            <a:off x="3598878" y="4512973"/>
            <a:ext cx="4800" cy="43894"/>
          </a:xfrm>
          <a:prstGeom prst="rect">
            <a:avLst/>
          </a:prstGeom>
        </p:spPr>
      </p:pic>
      <p:pic>
        <p:nvPicPr>
          <p:cNvPr id="53" name="Image 48" descr="preencoded.png">    </p:cNvPr>
          <p:cNvPicPr>
            <a:picLocks noChangeAspect="1"/>
          </p:cNvPicPr>
          <p:nvPr/>
        </p:nvPicPr>
        <p:blipFill>
          <a:blip r:embed="rId49"/>
          <a:srcRect l="0" r="-8" t="0" b="0"/>
          <a:stretch/>
        </p:blipFill>
        <p:spPr>
          <a:xfrm>
            <a:off x="3531729" y="4842055"/>
            <a:ext cx="24054" cy="17336"/>
          </a:xfrm>
          <a:prstGeom prst="rect">
            <a:avLst/>
          </a:prstGeom>
        </p:spPr>
      </p:pic>
      <p:pic>
        <p:nvPicPr>
          <p:cNvPr id="54" name="Image 49" descr="preencoded.png">    </p:cNvPr>
          <p:cNvPicPr>
            <a:picLocks noChangeAspect="1"/>
          </p:cNvPicPr>
          <p:nvPr/>
        </p:nvPicPr>
        <p:blipFill>
          <a:blip r:embed="rId50"/>
          <a:srcRect l="0" r="11" t="0" b="0"/>
          <a:stretch/>
        </p:blipFill>
        <p:spPr>
          <a:xfrm>
            <a:off x="3523366" y="4817654"/>
            <a:ext cx="26343" cy="18875"/>
          </a:xfrm>
          <a:prstGeom prst="rect">
            <a:avLst/>
          </a:prstGeom>
        </p:spPr>
      </p:pic>
      <p:pic>
        <p:nvPicPr>
          <p:cNvPr id="55" name="Image 50" descr="preencoded.png">    </p:cNvPr>
          <p:cNvPicPr>
            <a:picLocks noChangeAspect="1"/>
          </p:cNvPicPr>
          <p:nvPr/>
        </p:nvPicPr>
        <p:blipFill>
          <a:blip r:embed="rId51"/>
          <a:srcRect l="0" r="13" t="0" b="0"/>
          <a:stretch/>
        </p:blipFill>
        <p:spPr>
          <a:xfrm>
            <a:off x="3515655" y="4791551"/>
            <a:ext cx="30007" cy="13916"/>
          </a:xfrm>
          <a:prstGeom prst="rect">
            <a:avLst/>
          </a:prstGeom>
        </p:spPr>
      </p:pic>
      <p:pic>
        <p:nvPicPr>
          <p:cNvPr id="56" name="Image 51" descr="preencoded.png">    </p:cNvPr>
          <p:cNvPicPr>
            <a:picLocks noChangeAspect="1"/>
          </p:cNvPicPr>
          <p:nvPr/>
        </p:nvPicPr>
        <p:blipFill>
          <a:blip r:embed="rId52"/>
          <a:srcRect l="0" r="17" t="0" b="-7"/>
          <a:stretch/>
        </p:blipFill>
        <p:spPr>
          <a:xfrm>
            <a:off x="3514790" y="4767166"/>
            <a:ext cx="29384" cy="14192"/>
          </a:xfrm>
          <a:prstGeom prst="rect">
            <a:avLst/>
          </a:prstGeom>
        </p:spPr>
      </p:pic>
      <p:pic>
        <p:nvPicPr>
          <p:cNvPr id="57" name="Image 52" descr="preencoded.png">    </p:cNvPr>
          <p:cNvPicPr>
            <a:picLocks noChangeAspect="1"/>
          </p:cNvPicPr>
          <p:nvPr/>
        </p:nvPicPr>
        <p:blipFill>
          <a:blip r:embed="rId53"/>
          <a:srcRect l="0" r="0" t="0" b="0"/>
          <a:stretch/>
        </p:blipFill>
        <p:spPr>
          <a:xfrm>
            <a:off x="3518669" y="4739676"/>
            <a:ext cx="27003" cy="19541"/>
          </a:xfrm>
          <a:prstGeom prst="rect">
            <a:avLst/>
          </a:prstGeom>
        </p:spPr>
      </p:pic>
      <p:pic>
        <p:nvPicPr>
          <p:cNvPr id="58" name="Image 53" descr="preencoded.png">    </p:cNvPr>
          <p:cNvPicPr>
            <a:picLocks noChangeAspect="1"/>
          </p:cNvPicPr>
          <p:nvPr/>
        </p:nvPicPr>
        <p:blipFill>
          <a:blip r:embed="rId54"/>
          <a:srcRect l="0" r="4" t="0" b="0"/>
          <a:stretch/>
        </p:blipFill>
        <p:spPr>
          <a:xfrm>
            <a:off x="3522464" y="4715859"/>
            <a:ext cx="27226" cy="19619"/>
          </a:xfrm>
          <a:prstGeom prst="rect">
            <a:avLst/>
          </a:prstGeom>
        </p:spPr>
      </p:pic>
      <p:pic>
        <p:nvPicPr>
          <p:cNvPr id="59" name="Image 54" descr="preencoded.png">    </p:cNvPr>
          <p:cNvPicPr>
            <a:picLocks noChangeAspect="1"/>
          </p:cNvPicPr>
          <p:nvPr/>
        </p:nvPicPr>
        <p:blipFill>
          <a:blip r:embed="rId55"/>
          <a:srcRect l="0" r="5" t="0" b="0"/>
          <a:stretch/>
        </p:blipFill>
        <p:spPr>
          <a:xfrm>
            <a:off x="3536082" y="4682905"/>
            <a:ext cx="18855" cy="32158"/>
          </a:xfrm>
          <a:prstGeom prst="rect">
            <a:avLst/>
          </a:prstGeom>
        </p:spPr>
      </p:pic>
      <p:pic>
        <p:nvPicPr>
          <p:cNvPr id="60" name="Image 55" descr="preencoded.png">    </p:cNvPr>
          <p:cNvPicPr>
            <a:picLocks noChangeAspect="1"/>
          </p:cNvPicPr>
          <p:nvPr/>
        </p:nvPicPr>
        <p:blipFill>
          <a:blip r:embed="rId56"/>
          <a:srcRect l="0" r="0" t="0" b="0"/>
          <a:stretch/>
        </p:blipFill>
        <p:spPr>
          <a:xfrm>
            <a:off x="3544974" y="4659123"/>
            <a:ext cx="14157" cy="35886"/>
          </a:xfrm>
          <a:prstGeom prst="rect">
            <a:avLst/>
          </a:prstGeom>
        </p:spPr>
      </p:pic>
      <p:pic>
        <p:nvPicPr>
          <p:cNvPr id="61" name="Image 56" descr="preencoded.png">    </p:cNvPr>
          <p:cNvPicPr>
            <a:picLocks noChangeAspect="1"/>
          </p:cNvPicPr>
          <p:nvPr/>
        </p:nvPicPr>
        <p:blipFill>
          <a:blip r:embed="rId57"/>
          <a:srcRect l="0" r="25" t="0" b="0"/>
          <a:stretch/>
        </p:blipFill>
        <p:spPr>
          <a:xfrm>
            <a:off x="3552044" y="4638420"/>
            <a:ext cx="16092" cy="34687"/>
          </a:xfrm>
          <a:prstGeom prst="rect">
            <a:avLst/>
          </a:prstGeom>
        </p:spPr>
      </p:pic>
      <p:pic>
        <p:nvPicPr>
          <p:cNvPr id="62" name="Image 57" descr="preencoded.png">    </p:cNvPr>
          <p:cNvPicPr>
            <a:picLocks noChangeAspect="1"/>
          </p:cNvPicPr>
          <p:nvPr/>
        </p:nvPicPr>
        <p:blipFill>
          <a:blip r:embed="rId58"/>
          <a:srcRect l="0" r="-46" t="0" b="0"/>
          <a:stretch/>
        </p:blipFill>
        <p:spPr>
          <a:xfrm>
            <a:off x="3566880" y="4616228"/>
            <a:ext cx="8697" cy="33690"/>
          </a:xfrm>
          <a:prstGeom prst="rect">
            <a:avLst/>
          </a:prstGeom>
        </p:spPr>
      </p:pic>
      <p:pic>
        <p:nvPicPr>
          <p:cNvPr id="63" name="Image 58" descr="preencoded.png">    </p:cNvPr>
          <p:cNvPicPr>
            <a:picLocks noChangeAspect="1"/>
          </p:cNvPicPr>
          <p:nvPr/>
        </p:nvPicPr>
        <p:blipFill>
          <a:blip r:embed="rId59"/>
          <a:srcRect l="0" r="0" t="0" b="0"/>
          <a:stretch/>
        </p:blipFill>
        <p:spPr>
          <a:xfrm>
            <a:off x="3572731" y="4595242"/>
            <a:ext cx="9125" cy="32835"/>
          </a:xfrm>
          <a:prstGeom prst="rect">
            <a:avLst/>
          </a:prstGeom>
        </p:spPr>
      </p:pic>
      <p:pic>
        <p:nvPicPr>
          <p:cNvPr id="64" name="Image 59" descr="preencoded.png">    </p:cNvPr>
          <p:cNvPicPr>
            <a:picLocks noChangeAspect="1"/>
          </p:cNvPicPr>
          <p:nvPr/>
        </p:nvPicPr>
        <p:blipFill>
          <a:blip r:embed="rId60"/>
          <a:srcRect l="0" r="54" t="0" b="0"/>
          <a:stretch/>
        </p:blipFill>
        <p:spPr>
          <a:xfrm>
            <a:off x="3582721" y="4574781"/>
            <a:ext cx="7395" cy="31780"/>
          </a:xfrm>
          <a:prstGeom prst="rect">
            <a:avLst/>
          </a:prstGeom>
        </p:spPr>
      </p:pic>
      <p:pic>
        <p:nvPicPr>
          <p:cNvPr id="65" name="Image 60" descr="preencoded.png">    </p:cNvPr>
          <p:cNvPicPr>
            <a:picLocks noChangeAspect="1"/>
          </p:cNvPicPr>
          <p:nvPr/>
        </p:nvPicPr>
        <p:blipFill>
          <a:blip r:embed="rId61"/>
          <a:srcRect l="0" r="-52" t="0" b="0"/>
          <a:stretch/>
        </p:blipFill>
        <p:spPr>
          <a:xfrm>
            <a:off x="3585530" y="4544256"/>
            <a:ext cx="7711" cy="43493"/>
          </a:xfrm>
          <a:prstGeom prst="rect">
            <a:avLst/>
          </a:prstGeom>
        </p:spPr>
      </p:pic>
      <p:pic>
        <p:nvPicPr>
          <p:cNvPr id="66" name="Image 61" descr="preencoded.png">    </p:cNvPr>
          <p:cNvPicPr>
            <a:picLocks noChangeAspect="1"/>
          </p:cNvPicPr>
          <p:nvPr/>
        </p:nvPicPr>
        <p:blipFill>
          <a:blip r:embed="rId62"/>
          <a:srcRect l="0" r="16" t="0" b="0"/>
          <a:stretch/>
        </p:blipFill>
        <p:spPr>
          <a:xfrm>
            <a:off x="3580479" y="4516945"/>
            <a:ext cx="18892" cy="38901"/>
          </a:xfrm>
          <a:prstGeom prst="rect">
            <a:avLst/>
          </a:prstGeom>
        </p:spPr>
      </p:pic>
      <p:pic>
        <p:nvPicPr>
          <p:cNvPr id="67" name="Image 62" descr="preencoded.png">    </p:cNvPr>
          <p:cNvPicPr>
            <a:picLocks noChangeAspect="1"/>
          </p:cNvPicPr>
          <p:nvPr/>
        </p:nvPicPr>
        <p:blipFill>
          <a:blip r:embed="rId63"/>
          <a:srcRect l="0" r="20" t="0" b="0"/>
          <a:stretch/>
        </p:blipFill>
        <p:spPr>
          <a:xfrm>
            <a:off x="3576693" y="4499139"/>
            <a:ext cx="20055" cy="38030"/>
          </a:xfrm>
          <a:prstGeom prst="rect">
            <a:avLst/>
          </a:prstGeom>
        </p:spPr>
      </p:pic>
      <p:pic>
        <p:nvPicPr>
          <p:cNvPr id="68" name="Image 63" descr="preencoded.png">    </p:cNvPr>
          <p:cNvPicPr>
            <a:picLocks noChangeAspect="1"/>
          </p:cNvPicPr>
          <p:nvPr/>
        </p:nvPicPr>
        <p:blipFill>
          <a:blip r:embed="rId64"/>
          <a:srcRect l="0" r="-34" t="0" b="0"/>
          <a:stretch/>
        </p:blipFill>
        <p:spPr>
          <a:xfrm>
            <a:off x="3587521" y="4534920"/>
            <a:ext cx="11813" cy="70631"/>
          </a:xfrm>
          <a:prstGeom prst="rect">
            <a:avLst/>
          </a:prstGeom>
        </p:spPr>
      </p:pic>
      <p:pic>
        <p:nvPicPr>
          <p:cNvPr id="69" name="Image 64" descr="preencoded.png">    </p:cNvPr>
          <p:cNvPicPr>
            <a:picLocks noChangeAspect="1"/>
          </p:cNvPicPr>
          <p:nvPr/>
        </p:nvPicPr>
        <p:blipFill>
          <a:blip r:embed="rId65"/>
          <a:srcRect l="0" r="0" t="0" b="0"/>
          <a:stretch/>
        </p:blipFill>
        <p:spPr>
          <a:xfrm>
            <a:off x="3556741" y="4602675"/>
            <a:ext cx="32482" cy="93526"/>
          </a:xfrm>
          <a:prstGeom prst="rect">
            <a:avLst/>
          </a:prstGeom>
        </p:spPr>
      </p:pic>
      <p:pic>
        <p:nvPicPr>
          <p:cNvPr id="70" name="Image 65" descr="preencoded.png">    </p:cNvPr>
          <p:cNvPicPr>
            <a:picLocks noChangeAspect="1"/>
          </p:cNvPicPr>
          <p:nvPr/>
        </p:nvPicPr>
        <p:blipFill>
          <a:blip r:embed="rId66"/>
          <a:srcRect l="0" r="7" t="0" b="0"/>
          <a:stretch/>
        </p:blipFill>
        <p:spPr>
          <a:xfrm>
            <a:off x="3543244" y="4692868"/>
            <a:ext cx="44016" cy="216522"/>
          </a:xfrm>
          <a:prstGeom prst="rect">
            <a:avLst/>
          </a:prstGeom>
        </p:spPr>
      </p:pic>
      <p:pic>
        <p:nvPicPr>
          <p:cNvPr id="71" name="Image 66" descr="preencoded.png">    </p:cNvPr>
          <p:cNvPicPr>
            <a:picLocks noChangeAspect="1"/>
          </p:cNvPicPr>
          <p:nvPr/>
        </p:nvPicPr>
        <p:blipFill>
          <a:blip r:embed="rId67"/>
          <a:srcRect l="0" r="-1" t="0" b="0"/>
          <a:stretch/>
        </p:blipFill>
        <p:spPr>
          <a:xfrm>
            <a:off x="4749784" y="3723457"/>
            <a:ext cx="413705" cy="626261"/>
          </a:xfrm>
          <a:prstGeom prst="rect">
            <a:avLst/>
          </a:prstGeom>
        </p:spPr>
      </p:pic>
      <p:pic>
        <p:nvPicPr>
          <p:cNvPr id="72" name="Image 67" descr="preencoded.png">    </p:cNvPr>
          <p:cNvPicPr>
            <a:picLocks noChangeAspect="1"/>
          </p:cNvPicPr>
          <p:nvPr/>
        </p:nvPicPr>
        <p:blipFill>
          <a:blip r:embed="rId68"/>
          <a:srcRect l="0" r="0" t="0" b="0"/>
          <a:stretch/>
        </p:blipFill>
        <p:spPr>
          <a:xfrm>
            <a:off x="4893162" y="4313001"/>
            <a:ext cx="63475" cy="4342"/>
          </a:xfrm>
          <a:prstGeom prst="rect">
            <a:avLst/>
          </a:prstGeom>
        </p:spPr>
      </p:pic>
      <p:pic>
        <p:nvPicPr>
          <p:cNvPr id="73" name="Image 68" descr="preencoded.png">    </p:cNvPr>
          <p:cNvPicPr>
            <a:picLocks noChangeAspect="1"/>
          </p:cNvPicPr>
          <p:nvPr/>
        </p:nvPicPr>
        <p:blipFill>
          <a:blip r:embed="rId69"/>
          <a:srcRect l="0" r="27" t="0" b="0"/>
          <a:stretch/>
        </p:blipFill>
        <p:spPr>
          <a:xfrm>
            <a:off x="4936564" y="4134655"/>
            <a:ext cx="3711" cy="71395"/>
          </a:xfrm>
          <a:prstGeom prst="rect">
            <a:avLst/>
          </a:prstGeom>
        </p:spPr>
      </p:pic>
      <p:pic>
        <p:nvPicPr>
          <p:cNvPr id="74" name="Image 69" descr="preencoded.png">    </p:cNvPr>
          <p:cNvPicPr>
            <a:picLocks noChangeAspect="1"/>
          </p:cNvPicPr>
          <p:nvPr/>
        </p:nvPicPr>
        <p:blipFill>
          <a:blip r:embed="rId70"/>
          <a:srcRect l="0" r="24" t="0" b="0"/>
          <a:stretch/>
        </p:blipFill>
        <p:spPr>
          <a:xfrm>
            <a:off x="4944070" y="4206050"/>
            <a:ext cx="8176" cy="67827"/>
          </a:xfrm>
          <a:prstGeom prst="rect">
            <a:avLst/>
          </a:prstGeom>
        </p:spPr>
      </p:pic>
      <p:pic>
        <p:nvPicPr>
          <p:cNvPr id="75" name="Image 70" descr="preencoded.png">    </p:cNvPr>
          <p:cNvPicPr>
            <a:picLocks noChangeAspect="1"/>
          </p:cNvPicPr>
          <p:nvPr/>
        </p:nvPicPr>
        <p:blipFill>
          <a:blip r:embed="rId71"/>
          <a:srcRect l="0" r="7" t="0" b="0"/>
          <a:stretch/>
        </p:blipFill>
        <p:spPr>
          <a:xfrm>
            <a:off x="4956637" y="4068719"/>
            <a:ext cx="14455" cy="40965"/>
          </a:xfrm>
          <a:prstGeom prst="rect">
            <a:avLst/>
          </a:prstGeom>
        </p:spPr>
      </p:pic>
      <p:pic>
        <p:nvPicPr>
          <p:cNvPr id="76" name="Image 71" descr="preencoded.png">    </p:cNvPr>
          <p:cNvPicPr>
            <a:picLocks noChangeAspect="1"/>
          </p:cNvPicPr>
          <p:nvPr/>
        </p:nvPicPr>
        <p:blipFill>
          <a:blip r:embed="rId72"/>
          <a:srcRect l="0" r="0" t="0" b="0"/>
          <a:stretch/>
        </p:blipFill>
        <p:spPr>
          <a:xfrm>
            <a:off x="4922044" y="4037767"/>
            <a:ext cx="6725" cy="23592"/>
          </a:xfrm>
          <a:prstGeom prst="rect">
            <a:avLst/>
          </a:prstGeom>
        </p:spPr>
      </p:pic>
      <p:pic>
        <p:nvPicPr>
          <p:cNvPr id="77" name="Image 72" descr="preencoded.png">    </p:cNvPr>
          <p:cNvPicPr>
            <a:picLocks noChangeAspect="1"/>
          </p:cNvPicPr>
          <p:nvPr/>
        </p:nvPicPr>
        <p:blipFill>
          <a:blip r:embed="rId73"/>
          <a:srcRect l="0" r="54" t="0" b="0"/>
          <a:stretch/>
        </p:blipFill>
        <p:spPr>
          <a:xfrm>
            <a:off x="4979259" y="4137914"/>
            <a:ext cx="1860" cy="74855"/>
          </a:xfrm>
          <a:prstGeom prst="rect">
            <a:avLst/>
          </a:prstGeom>
        </p:spPr>
      </p:pic>
      <p:pic>
        <p:nvPicPr>
          <p:cNvPr id="78" name="Image 73" descr="preencoded.png">    </p:cNvPr>
          <p:cNvPicPr>
            <a:picLocks noChangeAspect="1"/>
          </p:cNvPicPr>
          <p:nvPr/>
        </p:nvPicPr>
        <p:blipFill>
          <a:blip r:embed="rId74"/>
          <a:srcRect l="0" r="0" t="0" b="0"/>
          <a:stretch/>
        </p:blipFill>
        <p:spPr>
          <a:xfrm>
            <a:off x="4810274" y="3936271"/>
            <a:ext cx="7265" cy="25800"/>
          </a:xfrm>
          <a:prstGeom prst="rect">
            <a:avLst/>
          </a:prstGeom>
        </p:spPr>
      </p:pic>
      <p:pic>
        <p:nvPicPr>
          <p:cNvPr id="79" name="Image 74" descr="preencoded.png">    </p:cNvPr>
          <p:cNvPicPr>
            <a:picLocks noChangeAspect="1"/>
          </p:cNvPicPr>
          <p:nvPr/>
        </p:nvPicPr>
        <p:blipFill>
          <a:blip r:embed="rId75"/>
          <a:srcRect l="0" r="4" t="0" b="3"/>
          <a:stretch/>
        </p:blipFill>
        <p:spPr>
          <a:xfrm>
            <a:off x="4862568" y="3833020"/>
            <a:ext cx="27729" cy="38256"/>
          </a:xfrm>
          <a:prstGeom prst="rect">
            <a:avLst/>
          </a:prstGeom>
        </p:spPr>
      </p:pic>
      <p:pic>
        <p:nvPicPr>
          <p:cNvPr id="80" name="Image 75" descr="preencoded.png">    </p:cNvPr>
          <p:cNvPicPr>
            <a:picLocks noChangeAspect="1"/>
          </p:cNvPicPr>
          <p:nvPr/>
        </p:nvPicPr>
        <p:blipFill>
          <a:blip r:embed="rId76"/>
          <a:srcRect l="0" r="0" t="0" b="0"/>
          <a:stretch/>
        </p:blipFill>
        <p:spPr>
          <a:xfrm>
            <a:off x="4990077" y="3743879"/>
            <a:ext cx="20520" cy="27329"/>
          </a:xfrm>
          <a:prstGeom prst="rect">
            <a:avLst/>
          </a:prstGeom>
        </p:spPr>
      </p:pic>
      <p:pic>
        <p:nvPicPr>
          <p:cNvPr id="81" name="Image 76" descr="preencoded.png">    </p:cNvPr>
          <p:cNvPicPr>
            <a:picLocks noChangeAspect="1"/>
          </p:cNvPicPr>
          <p:nvPr/>
        </p:nvPicPr>
        <p:blipFill>
          <a:blip r:embed="rId77"/>
          <a:srcRect l="0" r="32" t="0" b="0"/>
          <a:stretch/>
        </p:blipFill>
        <p:spPr>
          <a:xfrm>
            <a:off x="4942043" y="3832134"/>
            <a:ext cx="6223" cy="46349"/>
          </a:xfrm>
          <a:prstGeom prst="rect">
            <a:avLst/>
          </a:prstGeom>
        </p:spPr>
      </p:pic>
      <p:pic>
        <p:nvPicPr>
          <p:cNvPr id="82" name="Image 77" descr="preencoded.png">    </p:cNvPr>
          <p:cNvPicPr>
            <a:picLocks noChangeAspect="1"/>
          </p:cNvPicPr>
          <p:nvPr/>
        </p:nvPicPr>
        <p:blipFill>
          <a:blip r:embed="rId78"/>
          <a:srcRect l="0" r="-11" t="0" b="0"/>
          <a:stretch/>
        </p:blipFill>
        <p:spPr>
          <a:xfrm>
            <a:off x="4944070" y="3988468"/>
            <a:ext cx="27022" cy="10848"/>
          </a:xfrm>
          <a:prstGeom prst="rect">
            <a:avLst/>
          </a:prstGeom>
        </p:spPr>
      </p:pic>
      <p:pic>
        <p:nvPicPr>
          <p:cNvPr id="83" name="Image 78" descr="preencoded.png">    </p:cNvPr>
          <p:cNvPicPr>
            <a:picLocks noChangeAspect="1"/>
          </p:cNvPicPr>
          <p:nvPr/>
        </p:nvPicPr>
        <p:blipFill>
          <a:blip r:embed="rId79"/>
          <a:srcRect l="0" r="19" t="0" b="0"/>
          <a:stretch/>
        </p:blipFill>
        <p:spPr>
          <a:xfrm>
            <a:off x="5038167" y="3960748"/>
            <a:ext cx="21041" cy="6816"/>
          </a:xfrm>
          <a:prstGeom prst="rect">
            <a:avLst/>
          </a:prstGeom>
        </p:spPr>
      </p:pic>
      <p:pic>
        <p:nvPicPr>
          <p:cNvPr id="84" name="Image 79" descr="preencoded.png">    </p:cNvPr>
          <p:cNvPicPr>
            <a:picLocks noChangeAspect="1"/>
          </p:cNvPicPr>
          <p:nvPr/>
        </p:nvPicPr>
        <p:blipFill>
          <a:blip r:embed="rId80"/>
          <a:srcRect l="0" r="43" t="0" b="20"/>
          <a:stretch/>
        </p:blipFill>
        <p:spPr>
          <a:xfrm>
            <a:off x="5011424" y="3975842"/>
            <a:ext cx="9218" cy="5090"/>
          </a:xfrm>
          <a:prstGeom prst="rect">
            <a:avLst/>
          </a:prstGeom>
        </p:spPr>
      </p:pic>
      <p:pic>
        <p:nvPicPr>
          <p:cNvPr id="85" name="Image 80" descr="preencoded.png">    </p:cNvPr>
          <p:cNvPicPr>
            <a:picLocks noChangeAspect="1"/>
          </p:cNvPicPr>
          <p:nvPr/>
        </p:nvPicPr>
        <p:blipFill>
          <a:blip r:embed="rId81"/>
          <a:srcRect l="0" r="23" t="0" b="0"/>
          <a:stretch/>
        </p:blipFill>
        <p:spPr>
          <a:xfrm>
            <a:off x="4978664" y="3897241"/>
            <a:ext cx="13069" cy="8280"/>
          </a:xfrm>
          <a:prstGeom prst="rect">
            <a:avLst/>
          </a:prstGeom>
        </p:spPr>
      </p:pic>
      <p:pic>
        <p:nvPicPr>
          <p:cNvPr id="86" name="Image 81" descr="preencoded.png">    </p:cNvPr>
          <p:cNvPicPr>
            <a:picLocks noChangeAspect="1"/>
          </p:cNvPicPr>
          <p:nvPr/>
        </p:nvPicPr>
        <p:blipFill>
          <a:blip r:embed="rId82"/>
          <a:srcRect l="0" r="36" t="0" b="0"/>
          <a:stretch/>
        </p:blipFill>
        <p:spPr>
          <a:xfrm>
            <a:off x="4945642" y="3932043"/>
            <a:ext cx="8260" cy="16853"/>
          </a:xfrm>
          <a:prstGeom prst="rect">
            <a:avLst/>
          </a:prstGeom>
        </p:spPr>
      </p:pic>
      <p:pic>
        <p:nvPicPr>
          <p:cNvPr id="87" name="Image 82" descr="preencoded.png">    </p:cNvPr>
          <p:cNvPicPr>
            <a:picLocks noChangeAspect="1"/>
          </p:cNvPicPr>
          <p:nvPr/>
        </p:nvPicPr>
        <p:blipFill>
          <a:blip r:embed="rId83"/>
          <a:srcRect l="0" r="-71" t="0" b="0"/>
          <a:stretch/>
        </p:blipFill>
        <p:spPr>
          <a:xfrm>
            <a:off x="4916137" y="3936477"/>
            <a:ext cx="4251" cy="40749"/>
          </a:xfrm>
          <a:prstGeom prst="rect">
            <a:avLst/>
          </a:prstGeom>
        </p:spPr>
      </p:pic>
      <p:pic>
        <p:nvPicPr>
          <p:cNvPr id="88" name="Image 83" descr="preencoded.png">    </p:cNvPr>
          <p:cNvPicPr>
            <a:picLocks noChangeAspect="1"/>
          </p:cNvPicPr>
          <p:nvPr/>
        </p:nvPicPr>
        <p:blipFill>
          <a:blip r:embed="rId84"/>
          <a:srcRect l="0" r="0" t="0" b="0"/>
          <a:stretch/>
        </p:blipFill>
        <p:spPr>
          <a:xfrm>
            <a:off x="3541635" y="3555046"/>
            <a:ext cx="653941" cy="989938"/>
          </a:xfrm>
          <a:prstGeom prst="rect">
            <a:avLst/>
          </a:prstGeom>
        </p:spPr>
      </p:pic>
      <p:pic>
        <p:nvPicPr>
          <p:cNvPr id="89" name="Image 84" descr="preencoded.png">    </p:cNvPr>
          <p:cNvPicPr>
            <a:picLocks noChangeAspect="1"/>
          </p:cNvPicPr>
          <p:nvPr/>
        </p:nvPicPr>
        <p:blipFill>
          <a:blip r:embed="rId85"/>
          <a:srcRect l="0" r="1" t="0" b="15"/>
          <a:stretch/>
        </p:blipFill>
        <p:spPr>
          <a:xfrm>
            <a:off x="3868610" y="4486944"/>
            <a:ext cx="100329" cy="6862"/>
          </a:xfrm>
          <a:prstGeom prst="rect">
            <a:avLst/>
          </a:prstGeom>
        </p:spPr>
      </p:pic>
      <p:pic>
        <p:nvPicPr>
          <p:cNvPr id="90" name="Image 85" descr="preencoded.png">    </p:cNvPr>
          <p:cNvPicPr>
            <a:picLocks noChangeAspect="1"/>
          </p:cNvPicPr>
          <p:nvPr/>
        </p:nvPicPr>
        <p:blipFill>
          <a:blip r:embed="rId86"/>
          <a:srcRect l="0" r="-34" t="0" b="0"/>
          <a:stretch/>
        </p:blipFill>
        <p:spPr>
          <a:xfrm>
            <a:off x="3894460" y="4205031"/>
            <a:ext cx="5869" cy="112855"/>
          </a:xfrm>
          <a:prstGeom prst="rect">
            <a:avLst/>
          </a:prstGeom>
        </p:spPr>
      </p:pic>
      <p:pic>
        <p:nvPicPr>
          <p:cNvPr id="91" name="Image 86" descr="preencoded.png">    </p:cNvPr>
          <p:cNvPicPr>
            <a:picLocks noChangeAspect="1"/>
          </p:cNvPicPr>
          <p:nvPr/>
        </p:nvPicPr>
        <p:blipFill>
          <a:blip r:embed="rId87"/>
          <a:srcRect l="0" r="0" t="0" b="0"/>
          <a:stretch/>
        </p:blipFill>
        <p:spPr>
          <a:xfrm>
            <a:off x="3875540" y="4317886"/>
            <a:ext cx="12929" cy="107216"/>
          </a:xfrm>
          <a:prstGeom prst="rect">
            <a:avLst/>
          </a:prstGeom>
        </p:spPr>
      </p:pic>
      <p:pic>
        <p:nvPicPr>
          <p:cNvPr id="92" name="Image 87" descr="preencoded.png">    </p:cNvPr>
          <p:cNvPicPr>
            <a:picLocks noChangeAspect="1"/>
          </p:cNvPicPr>
          <p:nvPr/>
        </p:nvPicPr>
        <p:blipFill>
          <a:blip r:embed="rId88"/>
          <a:srcRect l="0" r="-13" t="0" b="0"/>
          <a:stretch/>
        </p:blipFill>
        <p:spPr>
          <a:xfrm>
            <a:off x="3845756" y="4100806"/>
            <a:ext cx="22854" cy="64754"/>
          </a:xfrm>
          <a:prstGeom prst="rect">
            <a:avLst/>
          </a:prstGeom>
        </p:spPr>
      </p:pic>
      <p:pic>
        <p:nvPicPr>
          <p:cNvPr id="93" name="Image 88" descr="preencoded.png">    </p:cNvPr>
          <p:cNvPicPr>
            <a:picLocks noChangeAspect="1"/>
          </p:cNvPicPr>
          <p:nvPr/>
        </p:nvPicPr>
        <p:blipFill>
          <a:blip r:embed="rId89"/>
          <a:srcRect l="0" r="-38" t="0" b="0"/>
          <a:stretch/>
        </p:blipFill>
        <p:spPr>
          <a:xfrm>
            <a:off x="3912654" y="4051880"/>
            <a:ext cx="10632" cy="37292"/>
          </a:xfrm>
          <a:prstGeom prst="rect">
            <a:avLst/>
          </a:prstGeom>
        </p:spPr>
      </p:pic>
      <p:pic>
        <p:nvPicPr>
          <p:cNvPr id="94" name="Image 89" descr="preencoded.png">    </p:cNvPr>
          <p:cNvPicPr>
            <a:picLocks noChangeAspect="1"/>
          </p:cNvPicPr>
          <p:nvPr/>
        </p:nvPicPr>
        <p:blipFill>
          <a:blip r:embed="rId90"/>
          <a:srcRect l="0" r="102" t="0" b="0"/>
          <a:stretch/>
        </p:blipFill>
        <p:spPr>
          <a:xfrm>
            <a:off x="3829915" y="4210183"/>
            <a:ext cx="2939" cy="118324"/>
          </a:xfrm>
          <a:prstGeom prst="rect">
            <a:avLst/>
          </a:prstGeom>
        </p:spPr>
      </p:pic>
      <p:pic>
        <p:nvPicPr>
          <p:cNvPr id="95" name="Image 90" descr="preencoded.png">    </p:cNvPr>
          <p:cNvPicPr>
            <a:picLocks noChangeAspect="1"/>
          </p:cNvPicPr>
          <p:nvPr/>
        </p:nvPicPr>
        <p:blipFill>
          <a:blip r:embed="rId91"/>
          <a:srcRect l="0" r="0" t="0" b="0"/>
          <a:stretch/>
        </p:blipFill>
        <p:spPr>
          <a:xfrm>
            <a:off x="4088467" y="3891443"/>
            <a:ext cx="11478" cy="40782"/>
          </a:xfrm>
          <a:prstGeom prst="rect">
            <a:avLst/>
          </a:prstGeom>
        </p:spPr>
      </p:pic>
      <p:pic>
        <p:nvPicPr>
          <p:cNvPr id="96" name="Image 91" descr="preencoded.png">    </p:cNvPr>
          <p:cNvPicPr>
            <a:picLocks noChangeAspect="1"/>
          </p:cNvPicPr>
          <p:nvPr/>
        </p:nvPicPr>
        <p:blipFill>
          <a:blip r:embed="rId92"/>
          <a:srcRect l="0" r="9" t="0" b="0"/>
          <a:stretch/>
        </p:blipFill>
        <p:spPr>
          <a:xfrm>
            <a:off x="3973450" y="3728233"/>
            <a:ext cx="43830" cy="60472"/>
          </a:xfrm>
          <a:prstGeom prst="rect">
            <a:avLst/>
          </a:prstGeom>
        </p:spPr>
      </p:pic>
      <p:pic>
        <p:nvPicPr>
          <p:cNvPr id="97" name="Image 92" descr="preencoded.png">    </p:cNvPr>
          <p:cNvPicPr>
            <a:picLocks noChangeAspect="1"/>
          </p:cNvPicPr>
          <p:nvPr/>
        </p:nvPicPr>
        <p:blipFill>
          <a:blip r:embed="rId93"/>
          <a:srcRect l="0" r="0" t="0" b="0"/>
          <a:stretch/>
        </p:blipFill>
        <p:spPr>
          <a:xfrm>
            <a:off x="3783304" y="3587328"/>
            <a:ext cx="32435" cy="43199"/>
          </a:xfrm>
          <a:prstGeom prst="rect">
            <a:avLst/>
          </a:prstGeom>
        </p:spPr>
      </p:pic>
      <p:pic>
        <p:nvPicPr>
          <p:cNvPr id="98" name="Image 93" descr="preencoded.png">    </p:cNvPr>
          <p:cNvPicPr>
            <a:picLocks noChangeAspect="1"/>
          </p:cNvPicPr>
          <p:nvPr/>
        </p:nvPicPr>
        <p:blipFill>
          <a:blip r:embed="rId94"/>
          <a:srcRect l="0" r="-20" t="0" b="0"/>
          <a:stretch/>
        </p:blipFill>
        <p:spPr>
          <a:xfrm>
            <a:off x="3881828" y="3726832"/>
            <a:ext cx="9841" cy="73264"/>
          </a:xfrm>
          <a:prstGeom prst="rect">
            <a:avLst/>
          </a:prstGeom>
        </p:spPr>
      </p:pic>
      <p:pic>
        <p:nvPicPr>
          <p:cNvPr id="99" name="Image 94" descr="preencoded.png">    </p:cNvPr>
          <p:cNvPicPr>
            <a:picLocks noChangeAspect="1"/>
          </p:cNvPicPr>
          <p:nvPr/>
        </p:nvPicPr>
        <p:blipFill>
          <a:blip r:embed="rId95"/>
          <a:srcRect l="0" r="-9" t="0" b="0"/>
          <a:stretch/>
        </p:blipFill>
        <p:spPr>
          <a:xfrm>
            <a:off x="3845756" y="3973951"/>
            <a:ext cx="42714" cy="17148"/>
          </a:xfrm>
          <a:prstGeom prst="rect">
            <a:avLst/>
          </a:prstGeom>
        </p:spPr>
      </p:pic>
      <p:pic>
        <p:nvPicPr>
          <p:cNvPr id="100" name="Image 95" descr="preencoded.png">    </p:cNvPr>
          <p:cNvPicPr>
            <a:picLocks noChangeAspect="1"/>
          </p:cNvPicPr>
          <p:nvPr/>
        </p:nvPicPr>
        <p:blipFill>
          <a:blip r:embed="rId96"/>
          <a:srcRect l="0" r="9" t="0" b="0"/>
          <a:stretch/>
        </p:blipFill>
        <p:spPr>
          <a:xfrm>
            <a:off x="3706471" y="3930178"/>
            <a:ext cx="33263" cy="10732"/>
          </a:xfrm>
          <a:prstGeom prst="rect">
            <a:avLst/>
          </a:prstGeom>
        </p:spPr>
      </p:pic>
      <p:pic>
        <p:nvPicPr>
          <p:cNvPr id="101" name="Image 96" descr="preencoded.png">    </p:cNvPr>
          <p:cNvPicPr>
            <a:picLocks noChangeAspect="1"/>
          </p:cNvPicPr>
          <p:nvPr/>
        </p:nvPicPr>
        <p:blipFill>
          <a:blip r:embed="rId97"/>
          <a:srcRect l="0" r="14" t="0" b="0"/>
          <a:stretch/>
        </p:blipFill>
        <p:spPr>
          <a:xfrm>
            <a:off x="3767417" y="3953995"/>
            <a:ext cx="14576" cy="7997"/>
          </a:xfrm>
          <a:prstGeom prst="rect">
            <a:avLst/>
          </a:prstGeom>
        </p:spPr>
      </p:pic>
      <p:pic>
        <p:nvPicPr>
          <p:cNvPr id="102" name="Image 97" descr="preencoded.png">    </p:cNvPr>
          <p:cNvPicPr>
            <a:picLocks noChangeAspect="1"/>
          </p:cNvPicPr>
          <p:nvPr/>
        </p:nvPicPr>
        <p:blipFill>
          <a:blip r:embed="rId98"/>
          <a:srcRect l="0" r="19" t="0" b="0"/>
          <a:stretch/>
        </p:blipFill>
        <p:spPr>
          <a:xfrm>
            <a:off x="3813125" y="3829748"/>
            <a:ext cx="20659" cy="13089"/>
          </a:xfrm>
          <a:prstGeom prst="rect">
            <a:avLst/>
          </a:prstGeom>
        </p:spPr>
      </p:pic>
      <p:pic>
        <p:nvPicPr>
          <p:cNvPr id="103" name="Image 98" descr="preencoded.png">    </p:cNvPr>
          <p:cNvPicPr>
            <a:picLocks noChangeAspect="1"/>
          </p:cNvPicPr>
          <p:nvPr/>
        </p:nvPicPr>
        <p:blipFill>
          <a:blip r:embed="rId99"/>
          <a:srcRect l="0" r="8" t="0" b="0"/>
          <a:stretch/>
        </p:blipFill>
        <p:spPr>
          <a:xfrm>
            <a:off x="3872936" y="3884761"/>
            <a:ext cx="13060" cy="26640"/>
          </a:xfrm>
          <a:prstGeom prst="rect">
            <a:avLst/>
          </a:prstGeom>
        </p:spPr>
      </p:pic>
      <p:pic>
        <p:nvPicPr>
          <p:cNvPr id="104" name="Image 99" descr="preencoded.png">    </p:cNvPr>
          <p:cNvPicPr>
            <a:picLocks noChangeAspect="1"/>
          </p:cNvPicPr>
          <p:nvPr/>
        </p:nvPicPr>
        <p:blipFill>
          <a:blip r:embed="rId100"/>
          <a:srcRect l="0" r="0" t="0" b="0"/>
          <a:stretch/>
        </p:blipFill>
        <p:spPr>
          <a:xfrm>
            <a:off x="3925909" y="3891769"/>
            <a:ext cx="6855" cy="64412"/>
          </a:xfrm>
          <a:prstGeom prst="rect">
            <a:avLst/>
          </a:prstGeom>
        </p:spPr>
      </p:pic>
      <p:pic>
        <p:nvPicPr>
          <p:cNvPr id="105" name="Image 100" descr="preencoded.png">    </p:cNvPr>
          <p:cNvPicPr>
            <a:picLocks noChangeAspect="1"/>
          </p:cNvPicPr>
          <p:nvPr/>
        </p:nvPicPr>
        <p:blipFill>
          <a:blip r:embed="rId101"/>
          <a:srcRect l="0" r="0" t="0" b="0"/>
          <a:stretch/>
        </p:blipFill>
        <p:spPr>
          <a:xfrm>
            <a:off x="5501487" y="4572005"/>
            <a:ext cx="93399" cy="135878"/>
          </a:xfrm>
          <a:prstGeom prst="rect">
            <a:avLst/>
          </a:prstGeom>
        </p:spPr>
      </p:pic>
      <p:pic>
        <p:nvPicPr>
          <p:cNvPr id="106" name="Image 101" descr="preencoded.png">    </p:cNvPr>
          <p:cNvPicPr>
            <a:picLocks noChangeAspect="1"/>
          </p:cNvPicPr>
          <p:nvPr/>
        </p:nvPicPr>
        <p:blipFill>
          <a:blip r:embed="rId102"/>
          <a:srcRect l="0" r="0" t="0" b="0"/>
          <a:stretch/>
        </p:blipFill>
        <p:spPr>
          <a:xfrm>
            <a:off x="5517431" y="4578864"/>
            <a:ext cx="74442" cy="114217"/>
          </a:xfrm>
          <a:prstGeom prst="rect">
            <a:avLst/>
          </a:prstGeom>
        </p:spPr>
      </p:pic>
      <p:pic>
        <p:nvPicPr>
          <p:cNvPr id="107" name="Image 102" descr="preencoded.png">    </p:cNvPr>
          <p:cNvPicPr>
            <a:picLocks noChangeAspect="1"/>
          </p:cNvPicPr>
          <p:nvPr/>
        </p:nvPicPr>
        <p:blipFill>
          <a:blip r:embed="rId103"/>
          <a:srcRect l="0" r="0" t="0" b="0"/>
          <a:stretch/>
        </p:blipFill>
        <p:spPr>
          <a:xfrm>
            <a:off x="5518026" y="4690624"/>
            <a:ext cx="28352" cy="5530"/>
          </a:xfrm>
          <a:prstGeom prst="rect">
            <a:avLst/>
          </a:prstGeom>
        </p:spPr>
      </p:pic>
      <p:pic>
        <p:nvPicPr>
          <p:cNvPr id="108" name="Image 103" descr="preencoded.png">    </p:cNvPr>
          <p:cNvPicPr>
            <a:picLocks noChangeAspect="1"/>
          </p:cNvPicPr>
          <p:nvPr/>
        </p:nvPicPr>
        <p:blipFill>
          <a:blip r:embed="rId104"/>
          <a:srcRect l="0" r="0" t="0" b="0"/>
          <a:stretch/>
        </p:blipFill>
        <p:spPr>
          <a:xfrm>
            <a:off x="5508148" y="4676985"/>
            <a:ext cx="11674" cy="9473"/>
          </a:xfrm>
          <a:prstGeom prst="rect">
            <a:avLst/>
          </a:prstGeom>
        </p:spPr>
      </p:pic>
      <p:pic>
        <p:nvPicPr>
          <p:cNvPr id="109" name="Image 104" descr="preencoded.png">    </p:cNvPr>
          <p:cNvPicPr>
            <a:picLocks noChangeAspect="1"/>
          </p:cNvPicPr>
          <p:nvPr/>
        </p:nvPicPr>
        <p:blipFill>
          <a:blip r:embed="rId105"/>
          <a:srcRect l="0" r="0" t="0" b="0"/>
          <a:stretch/>
        </p:blipFill>
        <p:spPr>
          <a:xfrm>
            <a:off x="5525812" y="4646598"/>
            <a:ext cx="4576" cy="29240"/>
          </a:xfrm>
          <a:prstGeom prst="rect">
            <a:avLst/>
          </a:prstGeom>
        </p:spPr>
      </p:pic>
      <p:pic>
        <p:nvPicPr>
          <p:cNvPr id="110" name="Image 105" descr="preencoded.png">    </p:cNvPr>
          <p:cNvPicPr>
            <a:picLocks noChangeAspect="1"/>
          </p:cNvPicPr>
          <p:nvPr/>
        </p:nvPicPr>
        <p:blipFill>
          <a:blip r:embed="rId106"/>
          <a:srcRect l="0" r="0" t="0" b="0"/>
          <a:stretch/>
        </p:blipFill>
        <p:spPr>
          <a:xfrm>
            <a:off x="5524602" y="4667379"/>
            <a:ext cx="26547" cy="13723"/>
          </a:xfrm>
          <a:prstGeom prst="rect">
            <a:avLst/>
          </a:prstGeom>
        </p:spPr>
      </p:pic>
      <p:pic>
        <p:nvPicPr>
          <p:cNvPr id="111" name="Image 106" descr="preencoded.png">    </p:cNvPr>
          <p:cNvPicPr>
            <a:picLocks noChangeAspect="1"/>
          </p:cNvPicPr>
          <p:nvPr/>
        </p:nvPicPr>
        <p:blipFill>
          <a:blip r:embed="rId107"/>
          <a:srcRect l="0" r="0" t="0" b="0"/>
          <a:stretch/>
        </p:blipFill>
        <p:spPr>
          <a:xfrm>
            <a:off x="5539494" y="4631307"/>
            <a:ext cx="6465" cy="21117"/>
          </a:xfrm>
          <a:prstGeom prst="rect">
            <a:avLst/>
          </a:prstGeom>
        </p:spPr>
      </p:pic>
      <p:pic>
        <p:nvPicPr>
          <p:cNvPr id="112" name="Image 107" descr="preencoded.png">    </p:cNvPr>
          <p:cNvPicPr>
            <a:picLocks noChangeAspect="1"/>
          </p:cNvPicPr>
          <p:nvPr/>
        </p:nvPicPr>
        <p:blipFill>
          <a:blip r:embed="rId108"/>
          <a:srcRect l="0" r="0" t="0" b="0"/>
          <a:stretch/>
        </p:blipFill>
        <p:spPr>
          <a:xfrm>
            <a:off x="5538127" y="4646598"/>
            <a:ext cx="19273" cy="8748"/>
          </a:xfrm>
          <a:prstGeom prst="rect">
            <a:avLst/>
          </a:prstGeom>
        </p:spPr>
      </p:pic>
      <p:pic>
        <p:nvPicPr>
          <p:cNvPr id="113" name="Image 108" descr="preencoded.png">    </p:cNvPr>
          <p:cNvPicPr>
            <a:picLocks noChangeAspect="1"/>
          </p:cNvPicPr>
          <p:nvPr/>
        </p:nvPicPr>
        <p:blipFill>
          <a:blip r:embed="rId109"/>
          <a:srcRect l="0" r="0" t="0" b="0"/>
          <a:stretch/>
        </p:blipFill>
        <p:spPr>
          <a:xfrm>
            <a:off x="5555847" y="4617780"/>
            <a:ext cx="18985" cy="17122"/>
          </a:xfrm>
          <a:prstGeom prst="rect">
            <a:avLst/>
          </a:prstGeom>
        </p:spPr>
      </p:pic>
      <p:pic>
        <p:nvPicPr>
          <p:cNvPr id="114" name="Image 109" descr="preencoded.png">    </p:cNvPr>
          <p:cNvPicPr>
            <a:picLocks noChangeAspect="1"/>
          </p:cNvPicPr>
          <p:nvPr/>
        </p:nvPicPr>
        <p:blipFill>
          <a:blip r:embed="rId110"/>
          <a:srcRect l="0" r="0" t="0" b="0"/>
          <a:stretch/>
        </p:blipFill>
        <p:spPr>
          <a:xfrm>
            <a:off x="5568646" y="4606525"/>
            <a:ext cx="20203" cy="16414"/>
          </a:xfrm>
          <a:prstGeom prst="rect">
            <a:avLst/>
          </a:prstGeom>
        </p:spPr>
      </p:pic>
      <p:pic>
        <p:nvPicPr>
          <p:cNvPr id="115" name="Image 110" descr="preencoded.png">    </p:cNvPr>
          <p:cNvPicPr>
            <a:picLocks noChangeAspect="1"/>
          </p:cNvPicPr>
          <p:nvPr/>
        </p:nvPicPr>
        <p:blipFill>
          <a:blip r:embed="rId111"/>
          <a:srcRect l="0" r="0" t="0" b="0"/>
          <a:stretch/>
        </p:blipFill>
        <p:spPr>
          <a:xfrm>
            <a:off x="5580571" y="4591340"/>
            <a:ext cx="10864" cy="9927"/>
          </a:xfrm>
          <a:prstGeom prst="rect">
            <a:avLst/>
          </a:prstGeom>
        </p:spPr>
      </p:pic>
      <p:pic>
        <p:nvPicPr>
          <p:cNvPr id="116" name="Image 111" descr="preencoded.png">    </p:cNvPr>
          <p:cNvPicPr>
            <a:picLocks noChangeAspect="1"/>
          </p:cNvPicPr>
          <p:nvPr/>
        </p:nvPicPr>
        <p:blipFill>
          <a:blip r:embed="rId112"/>
          <a:srcRect l="0" r="-3" t="0" b="0"/>
          <a:stretch/>
        </p:blipFill>
        <p:spPr>
          <a:xfrm>
            <a:off x="5515515" y="4431442"/>
            <a:ext cx="33672" cy="299356"/>
          </a:xfrm>
          <a:prstGeom prst="rect">
            <a:avLst/>
          </a:prstGeom>
        </p:spPr>
      </p:pic>
      <p:pic>
        <p:nvPicPr>
          <p:cNvPr id="117" name="Image 112" descr="preencoded.png">    </p:cNvPr>
          <p:cNvPicPr>
            <a:picLocks noChangeAspect="1"/>
          </p:cNvPicPr>
          <p:nvPr/>
        </p:nvPicPr>
        <p:blipFill>
          <a:blip r:embed="rId113"/>
          <a:srcRect l="0" r="0" t="0" b="0"/>
          <a:stretch/>
        </p:blipFill>
        <p:spPr>
          <a:xfrm>
            <a:off x="5524723" y="4532305"/>
            <a:ext cx="19729" cy="17125"/>
          </a:xfrm>
          <a:prstGeom prst="rect">
            <a:avLst/>
          </a:prstGeom>
        </p:spPr>
      </p:pic>
      <p:pic>
        <p:nvPicPr>
          <p:cNvPr id="118" name="Image 113" descr="preencoded.png">    </p:cNvPr>
          <p:cNvPicPr>
            <a:picLocks noChangeAspect="1"/>
          </p:cNvPicPr>
          <p:nvPr/>
        </p:nvPicPr>
        <p:blipFill>
          <a:blip r:embed="rId114"/>
          <a:srcRect l="0" r="-35" t="0" b="0"/>
          <a:stretch/>
        </p:blipFill>
        <p:spPr>
          <a:xfrm>
            <a:off x="5541048" y="4526131"/>
            <a:ext cx="8660" cy="9557"/>
          </a:xfrm>
          <a:prstGeom prst="rect">
            <a:avLst/>
          </a:prstGeom>
        </p:spPr>
      </p:pic>
      <p:pic>
        <p:nvPicPr>
          <p:cNvPr id="119" name="Image 114" descr="preencoded.png">    </p:cNvPr>
          <p:cNvPicPr>
            <a:picLocks noChangeAspect="1"/>
          </p:cNvPicPr>
          <p:nvPr/>
        </p:nvPicPr>
        <p:blipFill>
          <a:blip r:embed="rId115"/>
          <a:srcRect l="0" r="22" t="0" b="0"/>
          <a:stretch/>
        </p:blipFill>
        <p:spPr>
          <a:xfrm>
            <a:off x="5545838" y="4514767"/>
            <a:ext cx="22910" cy="32504"/>
          </a:xfrm>
          <a:prstGeom prst="rect">
            <a:avLst/>
          </a:prstGeom>
        </p:spPr>
      </p:pic>
      <p:pic>
        <p:nvPicPr>
          <p:cNvPr id="120" name="Image 115" descr="preencoded.png">    </p:cNvPr>
          <p:cNvPicPr>
            <a:picLocks noChangeAspect="1"/>
          </p:cNvPicPr>
          <p:nvPr/>
        </p:nvPicPr>
        <p:blipFill>
          <a:blip r:embed="rId116"/>
          <a:srcRect l="0" r="42" t="0" b="0"/>
          <a:stretch/>
        </p:blipFill>
        <p:spPr>
          <a:xfrm>
            <a:off x="5543838" y="4511323"/>
            <a:ext cx="9413" cy="18188"/>
          </a:xfrm>
          <a:prstGeom prst="rect">
            <a:avLst/>
          </a:prstGeom>
        </p:spPr>
      </p:pic>
      <p:pic>
        <p:nvPicPr>
          <p:cNvPr id="121" name="Image 116" descr="preencoded.png">    </p:cNvPr>
          <p:cNvPicPr>
            <a:picLocks noChangeAspect="1"/>
          </p:cNvPicPr>
          <p:nvPr/>
        </p:nvPicPr>
        <p:blipFill>
          <a:blip r:embed="rId117"/>
          <a:srcRect l="0" r="0" t="0" b="0"/>
          <a:stretch/>
        </p:blipFill>
        <p:spPr>
          <a:xfrm>
            <a:off x="5548638" y="4525035"/>
            <a:ext cx="8074" cy="15753"/>
          </a:xfrm>
          <a:prstGeom prst="rect">
            <a:avLst/>
          </a:prstGeom>
        </p:spPr>
      </p:pic>
      <p:pic>
        <p:nvPicPr>
          <p:cNvPr id="122" name="Image 117" descr="preencoded.png">    </p:cNvPr>
          <p:cNvPicPr>
            <a:picLocks noChangeAspect="1"/>
          </p:cNvPicPr>
          <p:nvPr/>
        </p:nvPicPr>
        <p:blipFill>
          <a:blip r:embed="rId118"/>
          <a:srcRect l="0" r="11" t="0" b="0"/>
          <a:stretch/>
        </p:blipFill>
        <p:spPr>
          <a:xfrm>
            <a:off x="5504845" y="4544737"/>
            <a:ext cx="9218" cy="9676"/>
          </a:xfrm>
          <a:prstGeom prst="rect">
            <a:avLst/>
          </a:prstGeom>
        </p:spPr>
      </p:pic>
      <p:pic>
        <p:nvPicPr>
          <p:cNvPr id="123" name="Image 118" descr="preencoded.png">    </p:cNvPr>
          <p:cNvPicPr>
            <a:picLocks noChangeAspect="1"/>
          </p:cNvPicPr>
          <p:nvPr/>
        </p:nvPicPr>
        <p:blipFill>
          <a:blip r:embed="rId119"/>
          <a:srcRect l="0" r="18" t="0" b="0"/>
          <a:stretch/>
        </p:blipFill>
        <p:spPr>
          <a:xfrm>
            <a:off x="5486260" y="4527285"/>
            <a:ext cx="22408" cy="35366"/>
          </a:xfrm>
          <a:prstGeom prst="rect">
            <a:avLst/>
          </a:prstGeom>
        </p:spPr>
      </p:pic>
      <p:pic>
        <p:nvPicPr>
          <p:cNvPr id="124" name="Image 119" descr="preencoded.png">    </p:cNvPr>
          <p:cNvPicPr>
            <a:picLocks noChangeAspect="1"/>
          </p:cNvPicPr>
          <p:nvPr/>
        </p:nvPicPr>
        <p:blipFill>
          <a:blip r:embed="rId120"/>
          <a:srcRect l="0" r="0" t="0" b="0"/>
          <a:stretch/>
        </p:blipFill>
        <p:spPr>
          <a:xfrm>
            <a:off x="5504715" y="4530239"/>
            <a:ext cx="12306" cy="17898"/>
          </a:xfrm>
          <a:prstGeom prst="rect">
            <a:avLst/>
          </a:prstGeom>
        </p:spPr>
      </p:pic>
      <p:pic>
        <p:nvPicPr>
          <p:cNvPr id="125" name="Image 120" descr="preencoded.png">    </p:cNvPr>
          <p:cNvPicPr>
            <a:picLocks noChangeAspect="1"/>
          </p:cNvPicPr>
          <p:nvPr/>
        </p:nvPicPr>
        <p:blipFill>
          <a:blip r:embed="rId121"/>
          <a:srcRect l="0" r="33" t="0" b="0"/>
          <a:stretch/>
        </p:blipFill>
        <p:spPr>
          <a:xfrm>
            <a:off x="5498892" y="4541791"/>
            <a:ext cx="9097" cy="15194"/>
          </a:xfrm>
          <a:prstGeom prst="rect">
            <a:avLst/>
          </a:prstGeom>
        </p:spPr>
      </p:pic>
      <p:pic>
        <p:nvPicPr>
          <p:cNvPr id="126" name="Image 121" descr="preencoded.png">    </p:cNvPr>
          <p:cNvPicPr>
            <a:picLocks noChangeAspect="1"/>
          </p:cNvPicPr>
          <p:nvPr/>
        </p:nvPicPr>
        <p:blipFill>
          <a:blip r:embed="rId122"/>
          <a:srcRect l="0" r="0" t="0" b="0"/>
          <a:stretch/>
        </p:blipFill>
        <p:spPr>
          <a:xfrm>
            <a:off x="5519858" y="4590342"/>
            <a:ext cx="13739" cy="26130"/>
          </a:xfrm>
          <a:prstGeom prst="rect">
            <a:avLst/>
          </a:prstGeom>
        </p:spPr>
      </p:pic>
      <p:pic>
        <p:nvPicPr>
          <p:cNvPr id="127" name="Image 122" descr="preencoded.png">    </p:cNvPr>
          <p:cNvPicPr>
            <a:picLocks noChangeAspect="1"/>
          </p:cNvPicPr>
          <p:nvPr/>
        </p:nvPicPr>
        <p:blipFill>
          <a:blip r:embed="rId123"/>
          <a:srcRect l="0" r="7" t="0" b="-2"/>
          <a:stretch/>
        </p:blipFill>
        <p:spPr>
          <a:xfrm>
            <a:off x="5519365" y="4559946"/>
            <a:ext cx="42202" cy="46580"/>
          </a:xfrm>
          <a:prstGeom prst="rect">
            <a:avLst/>
          </a:prstGeom>
        </p:spPr>
      </p:pic>
      <p:pic>
        <p:nvPicPr>
          <p:cNvPr id="128" name="Image 123" descr="preencoded.png">    </p:cNvPr>
          <p:cNvPicPr>
            <a:picLocks noChangeAspect="1"/>
          </p:cNvPicPr>
          <p:nvPr/>
        </p:nvPicPr>
        <p:blipFill>
          <a:blip r:embed="rId124"/>
          <a:srcRect l="0" r="0" t="0" b="0"/>
          <a:stretch/>
        </p:blipFill>
        <p:spPr>
          <a:xfrm>
            <a:off x="5535597" y="4578739"/>
            <a:ext cx="11181" cy="11602"/>
          </a:xfrm>
          <a:prstGeom prst="rect">
            <a:avLst/>
          </a:prstGeom>
        </p:spPr>
      </p:pic>
      <p:pic>
        <p:nvPicPr>
          <p:cNvPr id="129" name="Image 124" descr="preencoded.png">    </p:cNvPr>
          <p:cNvPicPr>
            <a:picLocks noChangeAspect="1"/>
          </p:cNvPicPr>
          <p:nvPr/>
        </p:nvPicPr>
        <p:blipFill>
          <a:blip r:embed="rId125"/>
          <a:srcRect l="0" r="20" t="0" b="0"/>
          <a:stretch/>
        </p:blipFill>
        <p:spPr>
          <a:xfrm>
            <a:off x="5543122" y="4576395"/>
            <a:ext cx="5069" cy="4943"/>
          </a:xfrm>
          <a:prstGeom prst="rect">
            <a:avLst/>
          </a:prstGeom>
        </p:spPr>
      </p:pic>
      <p:pic>
        <p:nvPicPr>
          <p:cNvPr id="130" name="Image 125" descr="preencoded.png">    </p:cNvPr>
          <p:cNvPicPr>
            <a:picLocks noChangeAspect="1"/>
          </p:cNvPicPr>
          <p:nvPr/>
        </p:nvPicPr>
        <p:blipFill>
          <a:blip r:embed="rId126"/>
          <a:srcRect l="0" r="20" t="0" b="0"/>
          <a:stretch/>
        </p:blipFill>
        <p:spPr>
          <a:xfrm>
            <a:off x="5533058" y="4587873"/>
            <a:ext cx="5069" cy="4943"/>
          </a:xfrm>
          <a:prstGeom prst="rect">
            <a:avLst/>
          </a:prstGeom>
        </p:spPr>
      </p:pic>
      <p:pic>
        <p:nvPicPr>
          <p:cNvPr id="131" name="Image 126" descr="preencoded.png">    </p:cNvPr>
          <p:cNvPicPr>
            <a:picLocks noChangeAspect="1"/>
          </p:cNvPicPr>
          <p:nvPr/>
        </p:nvPicPr>
        <p:blipFill>
          <a:blip r:embed="rId127"/>
          <a:srcRect l="0" r="34" t="0" b="0"/>
          <a:stretch/>
        </p:blipFill>
        <p:spPr>
          <a:xfrm>
            <a:off x="5531253" y="4576828"/>
            <a:ext cx="5842" cy="3825"/>
          </a:xfrm>
          <a:prstGeom prst="rect">
            <a:avLst/>
          </a:prstGeom>
        </p:spPr>
      </p:pic>
      <p:pic>
        <p:nvPicPr>
          <p:cNvPr id="132" name="Image 127" descr="preencoded.png">    </p:cNvPr>
          <p:cNvPicPr>
            <a:picLocks noChangeAspect="1"/>
          </p:cNvPicPr>
          <p:nvPr/>
        </p:nvPicPr>
        <p:blipFill>
          <a:blip r:embed="rId128"/>
          <a:srcRect l="0" r="38" t="0" b="0"/>
          <a:stretch/>
        </p:blipFill>
        <p:spPr>
          <a:xfrm>
            <a:off x="5543057" y="4589461"/>
            <a:ext cx="5200" cy="4781"/>
          </a:xfrm>
          <a:prstGeom prst="rect">
            <a:avLst/>
          </a:prstGeom>
        </p:spPr>
      </p:pic>
      <p:pic>
        <p:nvPicPr>
          <p:cNvPr id="133" name="Image 128" descr="preencoded.png">    </p:cNvPr>
          <p:cNvPicPr>
            <a:picLocks noChangeAspect="1"/>
          </p:cNvPicPr>
          <p:nvPr/>
        </p:nvPicPr>
        <p:blipFill>
          <a:blip r:embed="rId129"/>
          <a:srcRect l="0" r="0" t="0" b="0"/>
          <a:stretch/>
        </p:blipFill>
        <p:spPr>
          <a:xfrm>
            <a:off x="5506148" y="4479348"/>
            <a:ext cx="39970" cy="45634"/>
          </a:xfrm>
          <a:prstGeom prst="rect">
            <a:avLst/>
          </a:prstGeom>
        </p:spPr>
      </p:pic>
      <p:pic>
        <p:nvPicPr>
          <p:cNvPr id="134" name="Image 129" descr="preencoded.png">    </p:cNvPr>
          <p:cNvPicPr>
            <a:picLocks noChangeAspect="1"/>
          </p:cNvPicPr>
          <p:nvPr/>
        </p:nvPicPr>
        <p:blipFill>
          <a:blip r:embed="rId130"/>
          <a:srcRect l="0" r="38" t="0" b="0"/>
          <a:stretch/>
        </p:blipFill>
        <p:spPr>
          <a:xfrm>
            <a:off x="5522072" y="4497505"/>
            <a:ext cx="10539" cy="11151"/>
          </a:xfrm>
          <a:prstGeom prst="rect">
            <a:avLst/>
          </a:prstGeom>
        </p:spPr>
      </p:pic>
      <p:pic>
        <p:nvPicPr>
          <p:cNvPr id="135" name="Image 130" descr="preencoded.png">    </p:cNvPr>
          <p:cNvPicPr>
            <a:picLocks noChangeAspect="1"/>
          </p:cNvPicPr>
          <p:nvPr/>
        </p:nvPicPr>
        <p:blipFill>
          <a:blip r:embed="rId131"/>
          <a:srcRect l="0" r="-120" t="0" b="0"/>
          <a:stretch/>
        </p:blipFill>
        <p:spPr>
          <a:xfrm>
            <a:off x="5527114" y="4492256"/>
            <a:ext cx="2493" cy="6875"/>
          </a:xfrm>
          <a:prstGeom prst="rect">
            <a:avLst/>
          </a:prstGeom>
        </p:spPr>
      </p:pic>
      <p:pic>
        <p:nvPicPr>
          <p:cNvPr id="136" name="Image 131" descr="preencoded.png">    </p:cNvPr>
          <p:cNvPicPr>
            <a:picLocks noChangeAspect="1"/>
          </p:cNvPicPr>
          <p:nvPr/>
        </p:nvPicPr>
        <p:blipFill>
          <a:blip r:embed="rId132"/>
          <a:srcRect l="0" r="-120" t="0" b="0"/>
          <a:stretch/>
        </p:blipFill>
        <p:spPr>
          <a:xfrm>
            <a:off x="5522937" y="4507390"/>
            <a:ext cx="2493" cy="6875"/>
          </a:xfrm>
          <a:prstGeom prst="rect">
            <a:avLst/>
          </a:prstGeom>
        </p:spPr>
      </p:pic>
      <p:pic>
        <p:nvPicPr>
          <p:cNvPr id="137" name="Image 132" descr="preencoded.png">    </p:cNvPr>
          <p:cNvPicPr>
            <a:picLocks noChangeAspect="1"/>
          </p:cNvPicPr>
          <p:nvPr/>
        </p:nvPicPr>
        <p:blipFill>
          <a:blip r:embed="rId133"/>
          <a:srcRect l="0" r="-15" t="0" b="0"/>
          <a:stretch/>
        </p:blipFill>
        <p:spPr>
          <a:xfrm>
            <a:off x="5514668" y="4500031"/>
            <a:ext cx="6818" cy="1416"/>
          </a:xfrm>
          <a:prstGeom prst="rect">
            <a:avLst/>
          </a:prstGeom>
        </p:spPr>
      </p:pic>
      <p:pic>
        <p:nvPicPr>
          <p:cNvPr id="138" name="Image 133" descr="preencoded.png">    </p:cNvPr>
          <p:cNvPicPr>
            <a:picLocks noChangeAspect="1"/>
          </p:cNvPicPr>
          <p:nvPr/>
        </p:nvPicPr>
        <p:blipFill>
          <a:blip r:embed="rId134"/>
          <a:srcRect l="0" r="45" t="0" b="0"/>
          <a:stretch/>
        </p:blipFill>
        <p:spPr>
          <a:xfrm>
            <a:off x="5530490" y="4506144"/>
            <a:ext cx="6641" cy="2011"/>
          </a:xfrm>
          <a:prstGeom prst="rect">
            <a:avLst/>
          </a:prstGeom>
        </p:spPr>
      </p:pic>
      <p:pic>
        <p:nvPicPr>
          <p:cNvPr id="139" name="Image 134" descr="preencoded.png">    </p:cNvPr>
          <p:cNvPicPr>
            <a:picLocks noChangeAspect="1"/>
          </p:cNvPicPr>
          <p:nvPr/>
        </p:nvPicPr>
        <p:blipFill>
          <a:blip r:embed="rId135"/>
          <a:srcRect l="0" r="0" t="0" b="0"/>
          <a:stretch/>
        </p:blipFill>
        <p:spPr>
          <a:xfrm>
            <a:off x="5512705" y="4552302"/>
            <a:ext cx="13311" cy="22234"/>
          </a:xfrm>
          <a:prstGeom prst="rect">
            <a:avLst/>
          </a:prstGeom>
        </p:spPr>
      </p:pic>
      <p:pic>
        <p:nvPicPr>
          <p:cNvPr id="140" name="Image 135" descr="preencoded.png">    </p:cNvPr>
          <p:cNvPicPr>
            <a:picLocks noChangeAspect="1"/>
          </p:cNvPicPr>
          <p:nvPr/>
        </p:nvPicPr>
        <p:blipFill>
          <a:blip r:embed="rId136"/>
          <a:srcRect l="0" r="11" t="0" b="0"/>
          <a:stretch/>
        </p:blipFill>
        <p:spPr>
          <a:xfrm>
            <a:off x="5501060" y="4586502"/>
            <a:ext cx="9218" cy="9676"/>
          </a:xfrm>
          <a:prstGeom prst="rect">
            <a:avLst/>
          </a:prstGeom>
        </p:spPr>
      </p:pic>
      <p:pic>
        <p:nvPicPr>
          <p:cNvPr id="141" name="Image 136" descr="preencoded.png">    </p:cNvPr>
          <p:cNvPicPr>
            <a:picLocks noChangeAspect="1"/>
          </p:cNvPicPr>
          <p:nvPr/>
        </p:nvPicPr>
        <p:blipFill>
          <a:blip r:embed="rId137"/>
          <a:srcRect l="0" r="18" t="0" b="0"/>
          <a:stretch/>
        </p:blipFill>
        <p:spPr>
          <a:xfrm>
            <a:off x="5482484" y="4569051"/>
            <a:ext cx="22408" cy="35366"/>
          </a:xfrm>
          <a:prstGeom prst="rect">
            <a:avLst/>
          </a:prstGeom>
        </p:spPr>
      </p:pic>
      <p:pic>
        <p:nvPicPr>
          <p:cNvPr id="142" name="Image 137" descr="preencoded.png">    </p:cNvPr>
          <p:cNvPicPr>
            <a:picLocks noChangeAspect="1"/>
          </p:cNvPicPr>
          <p:nvPr/>
        </p:nvPicPr>
        <p:blipFill>
          <a:blip r:embed="rId138"/>
          <a:srcRect l="0" r="0" t="0" b="0"/>
          <a:stretch/>
        </p:blipFill>
        <p:spPr>
          <a:xfrm>
            <a:off x="5500939" y="4572005"/>
            <a:ext cx="12306" cy="17898"/>
          </a:xfrm>
          <a:prstGeom prst="rect">
            <a:avLst/>
          </a:prstGeom>
        </p:spPr>
      </p:pic>
      <p:pic>
        <p:nvPicPr>
          <p:cNvPr id="143" name="Image 138" descr="preencoded.png">    </p:cNvPr>
          <p:cNvPicPr>
            <a:picLocks noChangeAspect="1"/>
          </p:cNvPicPr>
          <p:nvPr/>
        </p:nvPicPr>
        <p:blipFill>
          <a:blip r:embed="rId139"/>
          <a:srcRect l="0" r="33" t="0" b="0"/>
          <a:stretch/>
        </p:blipFill>
        <p:spPr>
          <a:xfrm>
            <a:off x="5495116" y="4583557"/>
            <a:ext cx="9097" cy="15194"/>
          </a:xfrm>
          <a:prstGeom prst="rect">
            <a:avLst/>
          </a:prstGeom>
        </p:spPr>
      </p:pic>
      <p:pic>
        <p:nvPicPr>
          <p:cNvPr id="144" name="Image 139" descr="preencoded.png">    </p:cNvPr>
          <p:cNvPicPr>
            <a:picLocks noChangeAspect="1"/>
          </p:cNvPicPr>
          <p:nvPr/>
        </p:nvPicPr>
        <p:blipFill>
          <a:blip r:embed="rId140"/>
          <a:srcRect l="0" r="0" t="0" b="0"/>
          <a:stretch/>
        </p:blipFill>
        <p:spPr>
          <a:xfrm>
            <a:off x="5508929" y="4594068"/>
            <a:ext cx="13311" cy="22234"/>
          </a:xfrm>
          <a:prstGeom prst="rect">
            <a:avLst/>
          </a:prstGeom>
        </p:spPr>
      </p:pic>
      <p:pic>
        <p:nvPicPr>
          <p:cNvPr id="145" name="Image 140" descr="preencoded.png">    </p:cNvPr>
          <p:cNvPicPr>
            <a:picLocks noChangeAspect="1"/>
          </p:cNvPicPr>
          <p:nvPr/>
        </p:nvPicPr>
        <p:blipFill>
          <a:blip r:embed="rId141"/>
          <a:srcRect l="0" r="11" t="0" b="-10"/>
          <a:stretch/>
        </p:blipFill>
        <p:spPr>
          <a:xfrm>
            <a:off x="5526174" y="4438064"/>
            <a:ext cx="9218" cy="9676"/>
          </a:xfrm>
          <a:prstGeom prst="rect">
            <a:avLst/>
          </a:prstGeom>
        </p:spPr>
      </p:pic>
      <p:pic>
        <p:nvPicPr>
          <p:cNvPr id="146" name="Image 141" descr="preencoded.png">    </p:cNvPr>
          <p:cNvPicPr>
            <a:picLocks noChangeAspect="1"/>
          </p:cNvPicPr>
          <p:nvPr/>
        </p:nvPicPr>
        <p:blipFill>
          <a:blip r:embed="rId142"/>
          <a:srcRect l="0" r="18" t="0" b="0"/>
          <a:stretch/>
        </p:blipFill>
        <p:spPr>
          <a:xfrm>
            <a:off x="5507599" y="4420613"/>
            <a:ext cx="22408" cy="35366"/>
          </a:xfrm>
          <a:prstGeom prst="rect">
            <a:avLst/>
          </a:prstGeom>
        </p:spPr>
      </p:pic>
      <p:pic>
        <p:nvPicPr>
          <p:cNvPr id="147" name="Image 142" descr="preencoded.png">    </p:cNvPr>
          <p:cNvPicPr>
            <a:picLocks noChangeAspect="1"/>
          </p:cNvPicPr>
          <p:nvPr/>
        </p:nvPicPr>
        <p:blipFill>
          <a:blip r:embed="rId143"/>
          <a:srcRect l="0" r="0" t="0" b="0"/>
          <a:stretch/>
        </p:blipFill>
        <p:spPr>
          <a:xfrm>
            <a:off x="5526053" y="4423566"/>
            <a:ext cx="12306" cy="17898"/>
          </a:xfrm>
          <a:prstGeom prst="rect">
            <a:avLst/>
          </a:prstGeom>
        </p:spPr>
      </p:pic>
      <p:pic>
        <p:nvPicPr>
          <p:cNvPr id="148" name="Image 143" descr="preencoded.png">    </p:cNvPr>
          <p:cNvPicPr>
            <a:picLocks noChangeAspect="1"/>
          </p:cNvPicPr>
          <p:nvPr/>
        </p:nvPicPr>
        <p:blipFill>
          <a:blip r:embed="rId144"/>
          <a:srcRect l="0" r="33" t="0" b="0"/>
          <a:stretch/>
        </p:blipFill>
        <p:spPr>
          <a:xfrm>
            <a:off x="5520230" y="4435119"/>
            <a:ext cx="9097" cy="15194"/>
          </a:xfrm>
          <a:prstGeom prst="rect">
            <a:avLst/>
          </a:prstGeom>
        </p:spPr>
      </p:pic>
      <p:pic>
        <p:nvPicPr>
          <p:cNvPr id="149" name="Image 144" descr="preencoded.png">    </p:cNvPr>
          <p:cNvPicPr>
            <a:picLocks noChangeAspect="1"/>
          </p:cNvPicPr>
          <p:nvPr/>
        </p:nvPicPr>
        <p:blipFill>
          <a:blip r:embed="rId145"/>
          <a:srcRect l="0" r="0" t="0" b="0"/>
          <a:stretch/>
        </p:blipFill>
        <p:spPr>
          <a:xfrm>
            <a:off x="5534044" y="4445630"/>
            <a:ext cx="10725" cy="16562"/>
          </a:xfrm>
          <a:prstGeom prst="rect">
            <a:avLst/>
          </a:prstGeom>
        </p:spPr>
      </p:pic>
      <p:pic>
        <p:nvPicPr>
          <p:cNvPr id="150" name="Image 145" descr="preencoded.png">    </p:cNvPr>
          <p:cNvPicPr>
            <a:picLocks noChangeAspect="1"/>
          </p:cNvPicPr>
          <p:nvPr/>
        </p:nvPicPr>
        <p:blipFill>
          <a:blip r:embed="rId146"/>
          <a:srcRect l="0" r="11" t="0" b="-10"/>
          <a:stretch/>
        </p:blipFill>
        <p:spPr>
          <a:xfrm>
            <a:off x="5533439" y="4399337"/>
            <a:ext cx="9218" cy="9676"/>
          </a:xfrm>
          <a:prstGeom prst="rect">
            <a:avLst/>
          </a:prstGeom>
        </p:spPr>
      </p:pic>
      <p:pic>
        <p:nvPicPr>
          <p:cNvPr id="151" name="Image 146" descr="preencoded.png">    </p:cNvPr>
          <p:cNvPicPr>
            <a:picLocks noChangeAspect="1"/>
          </p:cNvPicPr>
          <p:nvPr/>
        </p:nvPicPr>
        <p:blipFill>
          <a:blip r:embed="rId147"/>
          <a:srcRect l="0" r="18" t="0" b="0"/>
          <a:stretch/>
        </p:blipFill>
        <p:spPr>
          <a:xfrm>
            <a:off x="5514845" y="4381887"/>
            <a:ext cx="22408" cy="35366"/>
          </a:xfrm>
          <a:prstGeom prst="rect">
            <a:avLst/>
          </a:prstGeom>
        </p:spPr>
      </p:pic>
      <p:pic>
        <p:nvPicPr>
          <p:cNvPr id="152" name="Image 147" descr="preencoded.png">    </p:cNvPr>
          <p:cNvPicPr>
            <a:picLocks noChangeAspect="1"/>
          </p:cNvPicPr>
          <p:nvPr/>
        </p:nvPicPr>
        <p:blipFill>
          <a:blip r:embed="rId148"/>
          <a:srcRect l="0" r="0" t="0" b="0"/>
          <a:stretch/>
        </p:blipFill>
        <p:spPr>
          <a:xfrm>
            <a:off x="5533299" y="4384840"/>
            <a:ext cx="12306" cy="17898"/>
          </a:xfrm>
          <a:prstGeom prst="rect">
            <a:avLst/>
          </a:prstGeom>
        </p:spPr>
      </p:pic>
      <p:pic>
        <p:nvPicPr>
          <p:cNvPr id="153" name="Image 148" descr="preencoded.png">    </p:cNvPr>
          <p:cNvPicPr>
            <a:picLocks noChangeAspect="1"/>
          </p:cNvPicPr>
          <p:nvPr/>
        </p:nvPicPr>
        <p:blipFill>
          <a:blip r:embed="rId149"/>
          <a:srcRect l="0" r="33" t="0" b="0"/>
          <a:stretch/>
        </p:blipFill>
        <p:spPr>
          <a:xfrm>
            <a:off x="5527477" y="4396393"/>
            <a:ext cx="9097" cy="15194"/>
          </a:xfrm>
          <a:prstGeom prst="rect">
            <a:avLst/>
          </a:prstGeom>
        </p:spPr>
      </p:pic>
      <p:pic>
        <p:nvPicPr>
          <p:cNvPr id="154" name="Image 149" descr="preencoded.png">    </p:cNvPr>
          <p:cNvPicPr>
            <a:picLocks noChangeAspect="1"/>
          </p:cNvPicPr>
          <p:nvPr/>
        </p:nvPicPr>
        <p:blipFill>
          <a:blip r:embed="rId150"/>
          <a:srcRect l="0" r="0" t="0" b="0"/>
          <a:stretch/>
        </p:blipFill>
        <p:spPr>
          <a:xfrm>
            <a:off x="5541290" y="4406904"/>
            <a:ext cx="10725" cy="16562"/>
          </a:xfrm>
          <a:prstGeom prst="rect">
            <a:avLst/>
          </a:prstGeom>
        </p:spPr>
      </p:pic>
      <p:pic>
        <p:nvPicPr>
          <p:cNvPr id="155" name="Image 150" descr="preencoded.png">    </p:cNvPr>
          <p:cNvPicPr>
            <a:picLocks noChangeAspect="1"/>
          </p:cNvPicPr>
          <p:nvPr/>
        </p:nvPicPr>
        <p:blipFill>
          <a:blip r:embed="rId151"/>
          <a:srcRect l="0" r="11" t="0" b="0"/>
          <a:stretch/>
        </p:blipFill>
        <p:spPr>
          <a:xfrm>
            <a:off x="5583231" y="4437330"/>
            <a:ext cx="9218" cy="9676"/>
          </a:xfrm>
          <a:prstGeom prst="rect">
            <a:avLst/>
          </a:prstGeom>
        </p:spPr>
      </p:pic>
      <p:pic>
        <p:nvPicPr>
          <p:cNvPr id="156" name="Image 151" descr="preencoded.png">    </p:cNvPr>
          <p:cNvPicPr>
            <a:picLocks noChangeAspect="1"/>
          </p:cNvPicPr>
          <p:nvPr/>
        </p:nvPicPr>
        <p:blipFill>
          <a:blip r:embed="rId152"/>
          <a:srcRect l="0" r="18" t="0" b="0"/>
          <a:stretch/>
        </p:blipFill>
        <p:spPr>
          <a:xfrm>
            <a:off x="5588617" y="4419880"/>
            <a:ext cx="22408" cy="35366"/>
          </a:xfrm>
          <a:prstGeom prst="rect">
            <a:avLst/>
          </a:prstGeom>
        </p:spPr>
      </p:pic>
      <p:pic>
        <p:nvPicPr>
          <p:cNvPr id="157" name="Image 152" descr="preencoded.png">    </p:cNvPr>
          <p:cNvPicPr>
            <a:picLocks noChangeAspect="1"/>
          </p:cNvPicPr>
          <p:nvPr/>
        </p:nvPicPr>
        <p:blipFill>
          <a:blip r:embed="rId153"/>
          <a:srcRect l="0" r="0" t="0" b="0"/>
          <a:stretch/>
        </p:blipFill>
        <p:spPr>
          <a:xfrm>
            <a:off x="5580273" y="4422833"/>
            <a:ext cx="12306" cy="17898"/>
          </a:xfrm>
          <a:prstGeom prst="rect">
            <a:avLst/>
          </a:prstGeom>
        </p:spPr>
      </p:pic>
      <p:pic>
        <p:nvPicPr>
          <p:cNvPr id="158" name="Image 153" descr="preencoded.png">    </p:cNvPr>
          <p:cNvPicPr>
            <a:picLocks noChangeAspect="1"/>
          </p:cNvPicPr>
          <p:nvPr/>
        </p:nvPicPr>
        <p:blipFill>
          <a:blip r:embed="rId154"/>
          <a:srcRect l="0" r="33" t="0" b="0"/>
          <a:stretch/>
        </p:blipFill>
        <p:spPr>
          <a:xfrm>
            <a:off x="5589296" y="4434385"/>
            <a:ext cx="9097" cy="15194"/>
          </a:xfrm>
          <a:prstGeom prst="rect">
            <a:avLst/>
          </a:prstGeom>
        </p:spPr>
      </p:pic>
      <p:pic>
        <p:nvPicPr>
          <p:cNvPr id="159" name="Image 154" descr="preencoded.png">    </p:cNvPr>
          <p:cNvPicPr>
            <a:picLocks noChangeAspect="1"/>
          </p:cNvPicPr>
          <p:nvPr/>
        </p:nvPicPr>
        <p:blipFill>
          <a:blip r:embed="rId155"/>
          <a:srcRect l="0" r="0" t="0" b="0"/>
          <a:stretch/>
        </p:blipFill>
        <p:spPr>
          <a:xfrm>
            <a:off x="5539150" y="4444897"/>
            <a:ext cx="47476" cy="24943"/>
          </a:xfrm>
          <a:prstGeom prst="rect">
            <a:avLst/>
          </a:prstGeom>
        </p:spPr>
      </p:pic>
      <p:pic>
        <p:nvPicPr>
          <p:cNvPr id="160" name="Image 155" descr="preencoded.png">    </p:cNvPr>
          <p:cNvPicPr>
            <a:picLocks noChangeAspect="1"/>
          </p:cNvPicPr>
          <p:nvPr/>
        </p:nvPicPr>
        <p:blipFill>
          <a:blip r:embed="rId156"/>
          <a:srcRect l="0" r="-9" t="0" b="2"/>
          <a:stretch/>
        </p:blipFill>
        <p:spPr>
          <a:xfrm>
            <a:off x="5540201" y="4448531"/>
            <a:ext cx="42249" cy="46817"/>
          </a:xfrm>
          <a:prstGeom prst="rect">
            <a:avLst/>
          </a:prstGeom>
        </p:spPr>
      </p:pic>
      <p:pic>
        <p:nvPicPr>
          <p:cNvPr id="161" name="Image 156" descr="preencoded.png">    </p:cNvPr>
          <p:cNvPicPr>
            <a:picLocks noChangeAspect="1"/>
          </p:cNvPicPr>
          <p:nvPr/>
        </p:nvPicPr>
        <p:blipFill>
          <a:blip r:embed="rId157"/>
          <a:srcRect l="0" r="18" t="0" b="0"/>
          <a:stretch/>
        </p:blipFill>
        <p:spPr>
          <a:xfrm>
            <a:off x="5556507" y="4467364"/>
            <a:ext cx="11209" cy="11653"/>
          </a:xfrm>
          <a:prstGeom prst="rect">
            <a:avLst/>
          </a:prstGeom>
        </p:spPr>
      </p:pic>
      <p:pic>
        <p:nvPicPr>
          <p:cNvPr id="162" name="Image 157" descr="preencoded.png">    </p:cNvPr>
          <p:cNvPicPr>
            <a:picLocks noChangeAspect="1"/>
          </p:cNvPicPr>
          <p:nvPr/>
        </p:nvPicPr>
        <p:blipFill>
          <a:blip r:embed="rId158"/>
          <a:srcRect l="0" r="0" t="0" b="0"/>
          <a:stretch/>
        </p:blipFill>
        <p:spPr>
          <a:xfrm>
            <a:off x="5563828" y="4464643"/>
            <a:ext cx="4818" cy="5230"/>
          </a:xfrm>
          <a:prstGeom prst="rect">
            <a:avLst/>
          </a:prstGeom>
        </p:spPr>
      </p:pic>
      <p:pic>
        <p:nvPicPr>
          <p:cNvPr id="163" name="Image 158" descr="preencoded.png">    </p:cNvPr>
          <p:cNvPicPr>
            <a:picLocks noChangeAspect="1"/>
          </p:cNvPicPr>
          <p:nvPr/>
        </p:nvPicPr>
        <p:blipFill>
          <a:blip r:embed="rId159"/>
          <a:srcRect l="0" r="0" t="0" b="0"/>
          <a:stretch/>
        </p:blipFill>
        <p:spPr>
          <a:xfrm>
            <a:off x="5554349" y="4476688"/>
            <a:ext cx="4818" cy="5230"/>
          </a:xfrm>
          <a:prstGeom prst="rect">
            <a:avLst/>
          </a:prstGeom>
        </p:spPr>
      </p:pic>
      <p:pic>
        <p:nvPicPr>
          <p:cNvPr id="164" name="Image 159" descr="preencoded.png">    </p:cNvPr>
          <p:cNvPicPr>
            <a:picLocks noChangeAspect="1"/>
          </p:cNvPicPr>
          <p:nvPr/>
        </p:nvPicPr>
        <p:blipFill>
          <a:blip r:embed="rId160"/>
          <a:srcRect l="0" r="0" t="0" b="0"/>
          <a:stretch/>
        </p:blipFill>
        <p:spPr>
          <a:xfrm>
            <a:off x="5551745" y="4466059"/>
            <a:ext cx="6028" cy="3481"/>
          </a:xfrm>
          <a:prstGeom prst="rect">
            <a:avLst/>
          </a:prstGeom>
        </p:spPr>
      </p:pic>
      <p:pic>
        <p:nvPicPr>
          <p:cNvPr id="165" name="Image 160" descr="preencoded.png">    </p:cNvPr>
          <p:cNvPicPr>
            <a:picLocks noChangeAspect="1"/>
          </p:cNvPicPr>
          <p:nvPr/>
        </p:nvPicPr>
        <p:blipFill>
          <a:blip r:embed="rId161"/>
          <a:srcRect l="0" r="37" t="0" b="0"/>
          <a:stretch/>
        </p:blipFill>
        <p:spPr>
          <a:xfrm>
            <a:off x="5564172" y="4477988"/>
            <a:ext cx="5432" cy="4472"/>
          </a:xfrm>
          <a:prstGeom prst="rect">
            <a:avLst/>
          </a:prstGeom>
        </p:spPr>
      </p:pic>
      <p:pic>
        <p:nvPicPr>
          <p:cNvPr id="166" name="Image 161" descr="preencoded.png">    </p:cNvPr>
          <p:cNvPicPr>
            <a:picLocks noChangeAspect="1"/>
          </p:cNvPicPr>
          <p:nvPr/>
        </p:nvPicPr>
        <p:blipFill>
          <a:blip r:embed="rId162"/>
          <a:srcRect l="0" r="0" t="0" b="0"/>
          <a:stretch/>
        </p:blipFill>
        <p:spPr>
          <a:xfrm>
            <a:off x="5556507" y="4376844"/>
            <a:ext cx="8465" cy="37856"/>
          </a:xfrm>
          <a:prstGeom prst="rect">
            <a:avLst/>
          </a:prstGeom>
        </p:spPr>
      </p:pic>
      <p:pic>
        <p:nvPicPr>
          <p:cNvPr id="167" name="Image 162" descr="preencoded.png">    </p:cNvPr>
          <p:cNvPicPr>
            <a:picLocks noChangeAspect="1"/>
          </p:cNvPicPr>
          <p:nvPr/>
        </p:nvPicPr>
        <p:blipFill>
          <a:blip r:embed="rId163"/>
          <a:srcRect l="0" r="45" t="0" b="0"/>
          <a:stretch/>
        </p:blipFill>
        <p:spPr>
          <a:xfrm>
            <a:off x="5580720" y="4392982"/>
            <a:ext cx="8837" cy="10108"/>
          </a:xfrm>
          <a:prstGeom prst="rect">
            <a:avLst/>
          </a:prstGeom>
        </p:spPr>
      </p:pic>
      <p:pic>
        <p:nvPicPr>
          <p:cNvPr id="168" name="Image 163" descr="preencoded.png">    </p:cNvPr>
          <p:cNvPicPr>
            <a:picLocks noChangeAspect="1"/>
          </p:cNvPicPr>
          <p:nvPr/>
        </p:nvPicPr>
        <p:blipFill>
          <a:blip r:embed="rId164"/>
          <a:srcRect l="0" r="0" t="0" b="0"/>
          <a:stretch/>
        </p:blipFill>
        <p:spPr>
          <a:xfrm>
            <a:off x="5581427" y="4371924"/>
            <a:ext cx="25701" cy="34387"/>
          </a:xfrm>
          <a:prstGeom prst="rect">
            <a:avLst/>
          </a:prstGeom>
        </p:spPr>
      </p:pic>
      <p:pic>
        <p:nvPicPr>
          <p:cNvPr id="169" name="Image 164" descr="preencoded.png">    </p:cNvPr>
          <p:cNvPicPr>
            <a:picLocks noChangeAspect="1"/>
          </p:cNvPicPr>
          <p:nvPr/>
        </p:nvPicPr>
        <p:blipFill>
          <a:blip r:embed="rId165"/>
          <a:srcRect l="0" r="-14" t="0" b="0"/>
          <a:stretch/>
        </p:blipFill>
        <p:spPr>
          <a:xfrm>
            <a:off x="5572571" y="4380242"/>
            <a:ext cx="14436" cy="15731"/>
          </a:xfrm>
          <a:prstGeom prst="rect">
            <a:avLst/>
          </a:prstGeom>
        </p:spPr>
      </p:pic>
      <p:pic>
        <p:nvPicPr>
          <p:cNvPr id="170" name="Image 165" descr="preencoded.png">    </p:cNvPr>
          <p:cNvPicPr>
            <a:picLocks noChangeAspect="1"/>
          </p:cNvPicPr>
          <p:nvPr/>
        </p:nvPicPr>
        <p:blipFill>
          <a:blip r:embed="rId166"/>
          <a:srcRect l="0" r="-11" t="0" b="0"/>
          <a:stretch/>
        </p:blipFill>
        <p:spPr>
          <a:xfrm>
            <a:off x="5584822" y="4388176"/>
            <a:ext cx="9265" cy="13578"/>
          </a:xfrm>
          <a:prstGeom prst="rect">
            <a:avLst/>
          </a:prstGeom>
        </p:spPr>
      </p:pic>
      <p:pic>
        <p:nvPicPr>
          <p:cNvPr id="171" name="Image 166" descr="preencoded.png">    </p:cNvPr>
          <p:cNvPicPr>
            <a:picLocks noChangeAspect="1"/>
          </p:cNvPicPr>
          <p:nvPr/>
        </p:nvPicPr>
        <p:blipFill>
          <a:blip r:embed="rId167"/>
          <a:srcRect l="0" r="0" t="0" b="0"/>
          <a:stretch/>
        </p:blipFill>
        <p:spPr>
          <a:xfrm>
            <a:off x="5545959" y="4401106"/>
            <a:ext cx="38584" cy="40080"/>
          </a:xfrm>
          <a:prstGeom prst="rect">
            <a:avLst/>
          </a:prstGeom>
        </p:spPr>
      </p:pic>
      <p:pic>
        <p:nvPicPr>
          <p:cNvPr id="172" name="Image 167" descr="preencoded.png">    </p:cNvPr>
          <p:cNvPicPr>
            <a:picLocks noChangeAspect="1"/>
          </p:cNvPicPr>
          <p:nvPr/>
        </p:nvPicPr>
        <p:blipFill>
          <a:blip r:embed="rId168"/>
          <a:srcRect l="0" r="0" t="0" b="0"/>
          <a:stretch/>
        </p:blipFill>
        <p:spPr>
          <a:xfrm>
            <a:off x="5541838" y="4400408"/>
            <a:ext cx="39421" cy="45150"/>
          </a:xfrm>
          <a:prstGeom prst="rect">
            <a:avLst/>
          </a:prstGeom>
        </p:spPr>
      </p:pic>
      <p:pic>
        <p:nvPicPr>
          <p:cNvPr id="173" name="Image 168" descr="preencoded.png">    </p:cNvPr>
          <p:cNvPicPr>
            <a:picLocks noChangeAspect="1"/>
          </p:cNvPicPr>
          <p:nvPr/>
        </p:nvPicPr>
        <p:blipFill>
          <a:blip r:embed="rId169"/>
          <a:srcRect l="0" r="-29" t="0" b="0"/>
          <a:stretch/>
        </p:blipFill>
        <p:spPr>
          <a:xfrm>
            <a:off x="5557605" y="4418372"/>
            <a:ext cx="10371" cy="10974"/>
          </a:xfrm>
          <a:prstGeom prst="rect">
            <a:avLst/>
          </a:prstGeom>
        </p:spPr>
      </p:pic>
      <p:pic>
        <p:nvPicPr>
          <p:cNvPr id="174" name="Image 169" descr="preencoded.png">    </p:cNvPr>
          <p:cNvPicPr>
            <a:picLocks noChangeAspect="1"/>
          </p:cNvPicPr>
          <p:nvPr/>
        </p:nvPicPr>
        <p:blipFill>
          <a:blip r:embed="rId170"/>
          <a:srcRect l="0" r="134" t="0" b="0"/>
          <a:stretch/>
        </p:blipFill>
        <p:spPr>
          <a:xfrm>
            <a:off x="5562284" y="4412888"/>
            <a:ext cx="2242" cy="6991"/>
          </a:xfrm>
          <a:prstGeom prst="rect">
            <a:avLst/>
          </a:prstGeom>
        </p:spPr>
      </p:pic>
      <p:pic>
        <p:nvPicPr>
          <p:cNvPr id="175" name="Image 170" descr="preencoded.png">    </p:cNvPr>
          <p:cNvPicPr>
            <a:picLocks noChangeAspect="1"/>
          </p:cNvPicPr>
          <p:nvPr/>
        </p:nvPicPr>
        <p:blipFill>
          <a:blip r:embed="rId171"/>
          <a:srcRect l="0" r="134" t="0" b="0"/>
          <a:stretch/>
        </p:blipFill>
        <p:spPr>
          <a:xfrm>
            <a:off x="5558758" y="4428216"/>
            <a:ext cx="2242" cy="6991"/>
          </a:xfrm>
          <a:prstGeom prst="rect">
            <a:avLst/>
          </a:prstGeom>
        </p:spPr>
      </p:pic>
      <p:pic>
        <p:nvPicPr>
          <p:cNvPr id="176" name="Image 171" descr="preencoded.png">    </p:cNvPr>
          <p:cNvPicPr>
            <a:picLocks noChangeAspect="1"/>
          </p:cNvPicPr>
          <p:nvPr/>
        </p:nvPicPr>
        <p:blipFill>
          <a:blip r:embed="rId172"/>
          <a:srcRect l="0" r="-29" t="0" b="0"/>
          <a:stretch/>
        </p:blipFill>
        <p:spPr>
          <a:xfrm>
            <a:off x="5549968" y="4421211"/>
            <a:ext cx="6837" cy="1267"/>
          </a:xfrm>
          <a:prstGeom prst="rect">
            <a:avLst/>
          </a:prstGeom>
        </p:spPr>
      </p:pic>
      <p:pic>
        <p:nvPicPr>
          <p:cNvPr id="177" name="Image 172" descr="preencoded.png">    </p:cNvPr>
          <p:cNvPicPr>
            <a:picLocks noChangeAspect="1"/>
          </p:cNvPicPr>
          <p:nvPr/>
        </p:nvPicPr>
        <p:blipFill>
          <a:blip r:embed="rId173"/>
          <a:srcRect l="0" r="0" t="0" b="0"/>
          <a:stretch/>
        </p:blipFill>
        <p:spPr>
          <a:xfrm>
            <a:off x="5566023" y="4426579"/>
            <a:ext cx="6716" cy="1814"/>
          </a:xfrm>
          <a:prstGeom prst="rect">
            <a:avLst/>
          </a:prstGeom>
        </p:spPr>
      </p:pic>
      <p:pic>
        <p:nvPicPr>
          <p:cNvPr id="178" name="Image 173" descr="preencoded.png">    </p:cNvPr>
          <p:cNvPicPr>
            <a:picLocks noChangeAspect="1"/>
          </p:cNvPicPr>
          <p:nvPr/>
        </p:nvPicPr>
        <p:blipFill>
          <a:blip r:embed="rId174"/>
          <a:srcRect l="0" r="-13" t="0" b="6"/>
          <a:stretch/>
        </p:blipFill>
        <p:spPr>
          <a:xfrm>
            <a:off x="5555614" y="4362141"/>
            <a:ext cx="7441" cy="17055"/>
          </a:xfrm>
          <a:prstGeom prst="rect">
            <a:avLst/>
          </a:prstGeom>
        </p:spPr>
      </p:pic>
      <p:pic>
        <p:nvPicPr>
          <p:cNvPr id="179" name="Image 174" descr="preencoded.png">    </p:cNvPr>
          <p:cNvPicPr>
            <a:picLocks noChangeAspect="1"/>
          </p:cNvPicPr>
          <p:nvPr/>
        </p:nvPicPr>
        <p:blipFill>
          <a:blip r:embed="rId175"/>
          <a:srcRect l="0" r="41" t="0" b="7"/>
          <a:stretch/>
        </p:blipFill>
        <p:spPr>
          <a:xfrm>
            <a:off x="5567837" y="4359170"/>
            <a:ext cx="9785" cy="14504"/>
          </a:xfrm>
          <a:prstGeom prst="rect">
            <a:avLst/>
          </a:prstGeom>
        </p:spPr>
      </p:pic>
      <p:pic>
        <p:nvPicPr>
          <p:cNvPr id="180" name="Image 175" descr="preencoded.png">    </p:cNvPr>
          <p:cNvPicPr>
            <a:picLocks noChangeAspect="1"/>
          </p:cNvPicPr>
          <p:nvPr/>
        </p:nvPicPr>
        <p:blipFill>
          <a:blip r:embed="rId176"/>
          <a:srcRect l="0" r="41" t="0" b="7"/>
          <a:stretch/>
        </p:blipFill>
        <p:spPr>
          <a:xfrm>
            <a:off x="5572730" y="4367382"/>
            <a:ext cx="9785" cy="14504"/>
          </a:xfrm>
          <a:prstGeom prst="rect">
            <a:avLst/>
          </a:prstGeom>
        </p:spPr>
      </p:pic>
      <p:pic>
        <p:nvPicPr>
          <p:cNvPr id="181" name="Image 176" descr="preencoded.png">    </p:cNvPr>
          <p:cNvPicPr>
            <a:picLocks noChangeAspect="1"/>
          </p:cNvPicPr>
          <p:nvPr/>
        </p:nvPicPr>
        <p:blipFill>
          <a:blip r:embed="rId177"/>
          <a:srcRect l="0" r="0" t="0" b="0"/>
          <a:stretch/>
        </p:blipFill>
        <p:spPr>
          <a:xfrm>
            <a:off x="5556507" y="4371924"/>
            <a:ext cx="18650" cy="34562"/>
          </a:xfrm>
          <a:prstGeom prst="rect">
            <a:avLst/>
          </a:prstGeom>
        </p:spPr>
      </p:pic>
      <p:pic>
        <p:nvPicPr>
          <p:cNvPr id="182" name="Image 177" descr="preencoded.png">    </p:cNvPr>
          <p:cNvPicPr>
            <a:picLocks noChangeAspect="1"/>
          </p:cNvPicPr>
          <p:nvPr/>
        </p:nvPicPr>
        <p:blipFill>
          <a:blip r:embed="rId178"/>
          <a:srcRect l="0" r="0" t="0" b="0"/>
          <a:stretch/>
        </p:blipFill>
        <p:spPr>
          <a:xfrm>
            <a:off x="5559884" y="4379197"/>
            <a:ext cx="20678" cy="19338"/>
          </a:xfrm>
          <a:prstGeom prst="rect">
            <a:avLst/>
          </a:prstGeom>
        </p:spPr>
      </p:pic>
      <p:pic>
        <p:nvPicPr>
          <p:cNvPr id="183" name="Image 178" descr="preencoded.png">    </p:cNvPr>
          <p:cNvPicPr>
            <a:picLocks noChangeAspect="1"/>
          </p:cNvPicPr>
          <p:nvPr/>
        </p:nvPicPr>
        <p:blipFill>
          <a:blip r:embed="rId179"/>
          <a:srcRect l="0" r="-3" t="0" b="0"/>
          <a:stretch/>
        </p:blipFill>
        <p:spPr>
          <a:xfrm>
            <a:off x="3549486" y="4983316"/>
            <a:ext cx="71698" cy="13059"/>
          </a:xfrm>
          <a:prstGeom prst="rect">
            <a:avLst/>
          </a:prstGeom>
        </p:spPr>
      </p:pic>
      <p:pic>
        <p:nvPicPr>
          <p:cNvPr id="184" name="Image 179" descr="preencoded.png">    </p:cNvPr>
          <p:cNvPicPr>
            <a:picLocks noChangeAspect="1"/>
          </p:cNvPicPr>
          <p:nvPr/>
        </p:nvPicPr>
        <p:blipFill>
          <a:blip r:embed="rId180"/>
          <a:srcRect l="0" r="1" t="0" b="0"/>
          <a:stretch/>
        </p:blipFill>
        <p:spPr>
          <a:xfrm>
            <a:off x="3561271" y="4947600"/>
            <a:ext cx="76088" cy="41629"/>
          </a:xfrm>
          <a:prstGeom prst="rect">
            <a:avLst/>
          </a:prstGeom>
        </p:spPr>
      </p:pic>
      <p:pic>
        <p:nvPicPr>
          <p:cNvPr id="185" name="Image 180" descr="preencoded.png">    </p:cNvPr>
          <p:cNvPicPr>
            <a:picLocks noChangeAspect="1"/>
          </p:cNvPicPr>
          <p:nvPr/>
        </p:nvPicPr>
        <p:blipFill>
          <a:blip r:embed="rId181"/>
          <a:srcRect l="0" r="-5" t="0" b="0"/>
          <a:stretch/>
        </p:blipFill>
        <p:spPr>
          <a:xfrm>
            <a:off x="3561271" y="4959476"/>
            <a:ext cx="76088" cy="29752"/>
          </a:xfrm>
          <a:prstGeom prst="rect">
            <a:avLst/>
          </a:prstGeom>
        </p:spPr>
      </p:pic>
      <p:pic>
        <p:nvPicPr>
          <p:cNvPr id="186" name="Image 181" descr="preencoded.png">    </p:cNvPr>
          <p:cNvPicPr>
            <a:picLocks noChangeAspect="1"/>
          </p:cNvPicPr>
          <p:nvPr/>
        </p:nvPicPr>
        <p:blipFill>
          <a:blip r:embed="rId182"/>
          <a:srcRect l="0" r="3" t="0" b="0"/>
          <a:stretch/>
        </p:blipFill>
        <p:spPr>
          <a:xfrm>
            <a:off x="5028298" y="4656979"/>
            <a:ext cx="35375" cy="6443"/>
          </a:xfrm>
          <a:prstGeom prst="rect">
            <a:avLst/>
          </a:prstGeom>
        </p:spPr>
      </p:pic>
      <p:pic>
        <p:nvPicPr>
          <p:cNvPr id="187" name="Image 182" descr="preencoded.png">    </p:cNvPr>
          <p:cNvPicPr>
            <a:picLocks noChangeAspect="1"/>
          </p:cNvPicPr>
          <p:nvPr/>
        </p:nvPicPr>
        <p:blipFill>
          <a:blip r:embed="rId183"/>
          <a:srcRect l="0" r="3" t="0" b="0"/>
          <a:stretch/>
        </p:blipFill>
        <p:spPr>
          <a:xfrm>
            <a:off x="5034102" y="4639357"/>
            <a:ext cx="37542" cy="20540"/>
          </a:xfrm>
          <a:prstGeom prst="rect">
            <a:avLst/>
          </a:prstGeom>
        </p:spPr>
      </p:pic>
      <p:pic>
        <p:nvPicPr>
          <p:cNvPr id="188" name="Image 183" descr="preencoded.png">    </p:cNvPr>
          <p:cNvPicPr>
            <a:picLocks noChangeAspect="1"/>
          </p:cNvPicPr>
          <p:nvPr/>
        </p:nvPicPr>
        <p:blipFill>
          <a:blip r:embed="rId184"/>
          <a:srcRect l="0" r="-3" t="0" b="0"/>
          <a:stretch/>
        </p:blipFill>
        <p:spPr>
          <a:xfrm>
            <a:off x="5034102" y="4645216"/>
            <a:ext cx="37542" cy="14680"/>
          </a:xfrm>
          <a:prstGeom prst="rect">
            <a:avLst/>
          </a:prstGeom>
        </p:spPr>
      </p:pic>
      <p:pic>
        <p:nvPicPr>
          <p:cNvPr id="189" name="Image 184" descr="preencoded.png">    </p:cNvPr>
          <p:cNvPicPr>
            <a:picLocks noChangeAspect="1"/>
          </p:cNvPicPr>
          <p:nvPr/>
        </p:nvPicPr>
        <p:blipFill>
          <a:blip r:embed="rId185"/>
          <a:srcRect l="0" r="0" t="0" b="0"/>
          <a:stretch/>
        </p:blipFill>
        <p:spPr>
          <a:xfrm>
            <a:off x="4116763" y="4393624"/>
            <a:ext cx="20036" cy="3649"/>
          </a:xfrm>
          <a:prstGeom prst="rect">
            <a:avLst/>
          </a:prstGeom>
        </p:spPr>
      </p:pic>
      <p:pic>
        <p:nvPicPr>
          <p:cNvPr id="190" name="Image 185" descr="preencoded.png">    </p:cNvPr>
          <p:cNvPicPr>
            <a:picLocks noChangeAspect="1"/>
          </p:cNvPicPr>
          <p:nvPr/>
        </p:nvPicPr>
        <p:blipFill>
          <a:blip r:embed="rId186"/>
          <a:srcRect l="0" r="-9" t="0" b="9"/>
          <a:stretch/>
        </p:blipFill>
        <p:spPr>
          <a:xfrm>
            <a:off x="4120055" y="4383644"/>
            <a:ext cx="21264" cy="11632"/>
          </a:xfrm>
          <a:prstGeom prst="rect">
            <a:avLst/>
          </a:prstGeom>
        </p:spPr>
      </p:pic>
      <p:pic>
        <p:nvPicPr>
          <p:cNvPr id="191" name="Image 186" descr="preencoded.png">    </p:cNvPr>
          <p:cNvPicPr>
            <a:picLocks noChangeAspect="1"/>
          </p:cNvPicPr>
          <p:nvPr/>
        </p:nvPicPr>
        <p:blipFill>
          <a:blip r:embed="rId187"/>
          <a:srcRect l="0" r="0" t="0" b="0"/>
          <a:stretch/>
        </p:blipFill>
        <p:spPr>
          <a:xfrm>
            <a:off x="4120055" y="4386963"/>
            <a:ext cx="21264" cy="8314"/>
          </a:xfrm>
          <a:prstGeom prst="rect">
            <a:avLst/>
          </a:prstGeom>
        </p:spPr>
      </p:pic>
      <p:pic>
        <p:nvPicPr>
          <p:cNvPr id="192" name="Image 187" descr="preencoded.png">    </p:cNvPr>
          <p:cNvPicPr>
            <a:picLocks noChangeAspect="1"/>
          </p:cNvPicPr>
          <p:nvPr/>
        </p:nvPicPr>
        <p:blipFill>
          <a:blip r:embed="rId188"/>
          <a:srcRect l="0" r="16" t="0" b="0"/>
          <a:stretch/>
        </p:blipFill>
        <p:spPr>
          <a:xfrm>
            <a:off x="3999291" y="4351695"/>
            <a:ext cx="12511" cy="2279"/>
          </a:xfrm>
          <a:prstGeom prst="rect">
            <a:avLst/>
          </a:prstGeom>
        </p:spPr>
      </p:pic>
      <p:pic>
        <p:nvPicPr>
          <p:cNvPr id="193" name="Image 188" descr="preencoded.png">    </p:cNvPr>
          <p:cNvPicPr>
            <a:picLocks noChangeAspect="1"/>
          </p:cNvPicPr>
          <p:nvPr/>
        </p:nvPicPr>
        <p:blipFill>
          <a:blip r:embed="rId189"/>
          <a:srcRect l="0" r="0" t="0" b="0"/>
          <a:stretch/>
        </p:blipFill>
        <p:spPr>
          <a:xfrm>
            <a:off x="4001356" y="4345463"/>
            <a:ext cx="13283" cy="7283"/>
          </a:xfrm>
          <a:prstGeom prst="rect">
            <a:avLst/>
          </a:prstGeom>
        </p:spPr>
      </p:pic>
      <p:pic>
        <p:nvPicPr>
          <p:cNvPr id="194" name="Image 189" descr="preencoded.png">    </p:cNvPr>
          <p:cNvPicPr>
            <a:picLocks noChangeAspect="1"/>
          </p:cNvPicPr>
          <p:nvPr/>
        </p:nvPicPr>
        <p:blipFill>
          <a:blip r:embed="rId190"/>
          <a:srcRect l="0" r="0" t="0" b="0"/>
          <a:stretch/>
        </p:blipFill>
        <p:spPr>
          <a:xfrm>
            <a:off x="4001356" y="4347535"/>
            <a:ext cx="13283" cy="5211"/>
          </a:xfrm>
          <a:prstGeom prst="rect">
            <a:avLst/>
          </a:prstGeom>
        </p:spPr>
      </p:pic>
      <p:pic>
        <p:nvPicPr>
          <p:cNvPr id="195" name="Image 190" descr="preencoded.png">    </p:cNvPr>
          <p:cNvPicPr>
            <a:picLocks noChangeAspect="1"/>
          </p:cNvPicPr>
          <p:nvPr/>
        </p:nvPicPr>
        <p:blipFill>
          <a:blip r:embed="rId191"/>
          <a:srcRect l="0" r="-1" t="0" b="0"/>
          <a:stretch/>
        </p:blipFill>
        <p:spPr>
          <a:xfrm>
            <a:off x="3678082" y="4338278"/>
            <a:ext cx="222935" cy="231460"/>
          </a:xfrm>
          <a:prstGeom prst="rect">
            <a:avLst/>
          </a:prstGeom>
        </p:spPr>
      </p:pic>
      <p:pic>
        <p:nvPicPr>
          <p:cNvPr id="196" name="Image 191" descr="preencoded.png">    </p:cNvPr>
          <p:cNvPicPr>
            <a:picLocks noChangeAspect="1"/>
          </p:cNvPicPr>
          <p:nvPr/>
        </p:nvPicPr>
        <p:blipFill>
          <a:blip r:embed="rId192"/>
          <a:srcRect l="0" r="0" t="0" b="0"/>
          <a:stretch/>
        </p:blipFill>
        <p:spPr>
          <a:xfrm>
            <a:off x="3803079" y="4366289"/>
            <a:ext cx="21134" cy="57017"/>
          </a:xfrm>
          <a:prstGeom prst="rect">
            <a:avLst/>
          </a:prstGeom>
        </p:spPr>
      </p:pic>
      <p:pic>
        <p:nvPicPr>
          <p:cNvPr id="197" name="Image 192" descr="preencoded.png">    </p:cNvPr>
          <p:cNvPicPr>
            <a:picLocks noChangeAspect="1"/>
          </p:cNvPicPr>
          <p:nvPr/>
        </p:nvPicPr>
        <p:blipFill>
          <a:blip r:embed="rId193"/>
          <a:srcRect l="0" r="0" t="0" b="0"/>
          <a:stretch/>
        </p:blipFill>
        <p:spPr>
          <a:xfrm>
            <a:off x="3806465" y="4367815"/>
            <a:ext cx="1060" cy="6291"/>
          </a:xfrm>
          <a:prstGeom prst="rect">
            <a:avLst/>
          </a:prstGeom>
        </p:spPr>
      </p:pic>
      <p:pic>
        <p:nvPicPr>
          <p:cNvPr id="198" name="Image 193" descr="preencoded.png">    </p:cNvPr>
          <p:cNvPicPr>
            <a:picLocks noChangeAspect="1"/>
          </p:cNvPicPr>
          <p:nvPr/>
        </p:nvPicPr>
        <p:blipFill>
          <a:blip r:embed="rId194"/>
          <a:srcRect l="0" r="0" t="0" b="0"/>
          <a:stretch/>
        </p:blipFill>
        <p:spPr>
          <a:xfrm>
            <a:off x="3803238" y="4389812"/>
            <a:ext cx="3423" cy="8102"/>
          </a:xfrm>
          <a:prstGeom prst="rect">
            <a:avLst/>
          </a:prstGeom>
        </p:spPr>
      </p:pic>
      <p:pic>
        <p:nvPicPr>
          <p:cNvPr id="199" name="Image 194" descr="preencoded.png">    </p:cNvPr>
          <p:cNvPicPr>
            <a:picLocks noChangeAspect="1"/>
          </p:cNvPicPr>
          <p:nvPr/>
        </p:nvPicPr>
        <p:blipFill>
          <a:blip r:embed="rId195"/>
          <a:srcRect l="0" r="-22" t="0" b="0"/>
          <a:stretch/>
        </p:blipFill>
        <p:spPr>
          <a:xfrm>
            <a:off x="3803042" y="4408773"/>
            <a:ext cx="18204" cy="14385"/>
          </a:xfrm>
          <a:prstGeom prst="rect">
            <a:avLst/>
          </a:prstGeom>
        </p:spPr>
      </p:pic>
      <p:pic>
        <p:nvPicPr>
          <p:cNvPr id="200" name="Image 195" descr="preencoded.png">    </p:cNvPr>
          <p:cNvPicPr>
            <a:picLocks noChangeAspect="1"/>
          </p:cNvPicPr>
          <p:nvPr/>
        </p:nvPicPr>
        <p:blipFill>
          <a:blip r:embed="rId196"/>
          <a:srcRect l="0" r="0" t="0" b="0"/>
          <a:stretch/>
        </p:blipFill>
        <p:spPr>
          <a:xfrm>
            <a:off x="3818948" y="4379818"/>
            <a:ext cx="5237" cy="23946"/>
          </a:xfrm>
          <a:prstGeom prst="rect">
            <a:avLst/>
          </a:prstGeom>
        </p:spPr>
      </p:pic>
      <p:pic>
        <p:nvPicPr>
          <p:cNvPr id="201" name="Image 196" descr="preencoded.png">    </p:cNvPr>
          <p:cNvPicPr>
            <a:picLocks noChangeAspect="1"/>
          </p:cNvPicPr>
          <p:nvPr/>
        </p:nvPicPr>
        <p:blipFill>
          <a:blip r:embed="rId197"/>
          <a:srcRect l="0" r="12" t="0" b="0"/>
          <a:stretch/>
        </p:blipFill>
        <p:spPr>
          <a:xfrm>
            <a:off x="3735707" y="4537046"/>
            <a:ext cx="34472" cy="24576"/>
          </a:xfrm>
          <a:prstGeom prst="rect">
            <a:avLst/>
          </a:prstGeom>
        </p:spPr>
      </p:pic>
      <p:pic>
        <p:nvPicPr>
          <p:cNvPr id="202" name="Image 197" descr="preencoded.png">    </p:cNvPr>
          <p:cNvPicPr>
            <a:picLocks noChangeAspect="1"/>
          </p:cNvPicPr>
          <p:nvPr/>
        </p:nvPicPr>
        <p:blipFill>
          <a:blip r:embed="rId198"/>
          <a:srcRect l="0" r="4" t="0" b="0"/>
          <a:stretch/>
        </p:blipFill>
        <p:spPr>
          <a:xfrm>
            <a:off x="3710527" y="4541769"/>
            <a:ext cx="53941" cy="20885"/>
          </a:xfrm>
          <a:prstGeom prst="rect">
            <a:avLst/>
          </a:prstGeom>
        </p:spPr>
      </p:pic>
      <p:pic>
        <p:nvPicPr>
          <p:cNvPr id="203" name="Image 198" descr="preencoded.png">    </p:cNvPr>
          <p:cNvPicPr>
            <a:picLocks noChangeAspect="1"/>
          </p:cNvPicPr>
          <p:nvPr/>
        </p:nvPicPr>
        <p:blipFill>
          <a:blip r:embed="rId199"/>
          <a:srcRect l="0" r="6" t="0" b="0"/>
          <a:stretch/>
        </p:blipFill>
        <p:spPr>
          <a:xfrm>
            <a:off x="3830045" y="4398629"/>
            <a:ext cx="15571" cy="17746"/>
          </a:xfrm>
          <a:prstGeom prst="rect">
            <a:avLst/>
          </a:prstGeom>
        </p:spPr>
      </p:pic>
      <p:pic>
        <p:nvPicPr>
          <p:cNvPr id="204" name="Image 199" descr="preencoded.png">    </p:cNvPr>
          <p:cNvPicPr>
            <a:picLocks noChangeAspect="1"/>
          </p:cNvPicPr>
          <p:nvPr/>
        </p:nvPicPr>
        <p:blipFill>
          <a:blip r:embed="rId200"/>
          <a:srcRect l="0" r="6" t="0" b="0"/>
          <a:stretch/>
        </p:blipFill>
        <p:spPr>
          <a:xfrm>
            <a:off x="3830045" y="4398629"/>
            <a:ext cx="15571" cy="17746"/>
          </a:xfrm>
          <a:prstGeom prst="rect">
            <a:avLst/>
          </a:prstGeom>
        </p:spPr>
      </p:pic>
      <p:pic>
        <p:nvPicPr>
          <p:cNvPr id="205" name="Image 200" descr="preencoded.png">    </p:cNvPr>
          <p:cNvPicPr>
            <a:picLocks noChangeAspect="1"/>
          </p:cNvPicPr>
          <p:nvPr/>
        </p:nvPicPr>
        <p:blipFill>
          <a:blip r:embed="rId201"/>
          <a:srcRect l="0" r="12" t="0" b="0"/>
          <a:stretch/>
        </p:blipFill>
        <p:spPr>
          <a:xfrm>
            <a:off x="3747204" y="4456255"/>
            <a:ext cx="25152" cy="14628"/>
          </a:xfrm>
          <a:prstGeom prst="rect">
            <a:avLst/>
          </a:prstGeom>
        </p:spPr>
      </p:pic>
      <p:pic>
        <p:nvPicPr>
          <p:cNvPr id="206" name="Image 201" descr="preencoded.png">    </p:cNvPr>
          <p:cNvPicPr>
            <a:picLocks noChangeAspect="1"/>
          </p:cNvPicPr>
          <p:nvPr/>
        </p:nvPicPr>
        <p:blipFill>
          <a:blip r:embed="rId202"/>
          <a:srcRect l="0" r="12" t="0" b="0"/>
          <a:stretch/>
        </p:blipFill>
        <p:spPr>
          <a:xfrm>
            <a:off x="3747204" y="4456255"/>
            <a:ext cx="25152" cy="14628"/>
          </a:xfrm>
          <a:prstGeom prst="rect">
            <a:avLst/>
          </a:prstGeom>
        </p:spPr>
      </p:pic>
      <p:pic>
        <p:nvPicPr>
          <p:cNvPr id="207" name="Image 202" descr="preencoded.png">    </p:cNvPr>
          <p:cNvPicPr>
            <a:picLocks noChangeAspect="1"/>
          </p:cNvPicPr>
          <p:nvPr/>
        </p:nvPicPr>
        <p:blipFill>
          <a:blip r:embed="rId203"/>
          <a:srcRect l="0" r="6" t="0" b="0"/>
          <a:stretch/>
        </p:blipFill>
        <p:spPr>
          <a:xfrm>
            <a:off x="3747390" y="4443901"/>
            <a:ext cx="48062" cy="19668"/>
          </a:xfrm>
          <a:prstGeom prst="rect">
            <a:avLst/>
          </a:prstGeom>
        </p:spPr>
      </p:pic>
      <p:pic>
        <p:nvPicPr>
          <p:cNvPr id="208" name="Image 203" descr="preencoded.png">    </p:cNvPr>
          <p:cNvPicPr>
            <a:picLocks noChangeAspect="1"/>
          </p:cNvPicPr>
          <p:nvPr/>
        </p:nvPicPr>
        <p:blipFill>
          <a:blip r:embed="rId204"/>
          <a:srcRect l="0" r="0" t="0" b="0"/>
          <a:stretch/>
        </p:blipFill>
        <p:spPr>
          <a:xfrm>
            <a:off x="3743344" y="4446018"/>
            <a:ext cx="82879" cy="49729"/>
          </a:xfrm>
          <a:prstGeom prst="rect">
            <a:avLst/>
          </a:prstGeom>
        </p:spPr>
      </p:pic>
      <p:pic>
        <p:nvPicPr>
          <p:cNvPr id="209" name="Image 204" descr="preencoded.png">    </p:cNvPr>
          <p:cNvPicPr>
            <a:picLocks noChangeAspect="1"/>
          </p:cNvPicPr>
          <p:nvPr/>
        </p:nvPicPr>
        <p:blipFill>
          <a:blip r:embed="rId205"/>
          <a:srcRect l="0" r="0" t="0" b="0"/>
          <a:stretch/>
        </p:blipFill>
        <p:spPr>
          <a:xfrm>
            <a:off x="3682622" y="4534950"/>
            <a:ext cx="57252" cy="33556"/>
          </a:xfrm>
          <a:prstGeom prst="rect">
            <a:avLst/>
          </a:prstGeom>
        </p:spPr>
      </p:pic>
      <p:pic>
        <p:nvPicPr>
          <p:cNvPr id="210" name="Image 205" descr="preencoded.png">    </p:cNvPr>
          <p:cNvPicPr>
            <a:picLocks noChangeAspect="1"/>
          </p:cNvPicPr>
          <p:nvPr/>
        </p:nvPicPr>
        <p:blipFill>
          <a:blip r:embed="rId206"/>
          <a:srcRect l="0" r="6" t="0" b="0"/>
          <a:stretch/>
        </p:blipFill>
        <p:spPr>
          <a:xfrm>
            <a:off x="3686156" y="4549929"/>
            <a:ext cx="51067" cy="18577"/>
          </a:xfrm>
          <a:prstGeom prst="rect">
            <a:avLst/>
          </a:prstGeom>
        </p:spPr>
      </p:pic>
      <p:pic>
        <p:nvPicPr>
          <p:cNvPr id="211" name="Image 206" descr="preencoded.png">    </p:cNvPr>
          <p:cNvPicPr>
            <a:picLocks noChangeAspect="1"/>
          </p:cNvPicPr>
          <p:nvPr/>
        </p:nvPicPr>
        <p:blipFill>
          <a:blip r:embed="rId207"/>
          <a:srcRect l="0" r="0" t="0" b="-5"/>
          <a:stretch/>
        </p:blipFill>
        <p:spPr>
          <a:xfrm>
            <a:off x="3683571" y="4550414"/>
            <a:ext cx="54211" cy="19326"/>
          </a:xfrm>
          <a:prstGeom prst="rect">
            <a:avLst/>
          </a:prstGeom>
        </p:spPr>
      </p:pic>
      <p:pic>
        <p:nvPicPr>
          <p:cNvPr id="212" name="Image 207" descr="preencoded.png">    </p:cNvPr>
          <p:cNvPicPr>
            <a:picLocks noChangeAspect="1"/>
          </p:cNvPicPr>
          <p:nvPr/>
        </p:nvPicPr>
        <p:blipFill>
          <a:blip r:embed="rId208"/>
          <a:srcRect l="0" r="0" t="0" b="0"/>
          <a:stretch/>
        </p:blipFill>
        <p:spPr>
          <a:xfrm>
            <a:off x="3754664" y="4537046"/>
            <a:ext cx="15525" cy="14195"/>
          </a:xfrm>
          <a:prstGeom prst="rect">
            <a:avLst/>
          </a:prstGeom>
        </p:spPr>
      </p:pic>
      <p:pic>
        <p:nvPicPr>
          <p:cNvPr id="213" name="Image 208" descr="preencoded.png">    </p:cNvPr>
          <p:cNvPicPr>
            <a:picLocks noChangeAspect="1"/>
          </p:cNvPicPr>
          <p:nvPr/>
        </p:nvPicPr>
        <p:blipFill>
          <a:blip r:embed="rId209"/>
          <a:srcRect l="0" r="7" t="0" b="0"/>
          <a:stretch/>
        </p:blipFill>
        <p:spPr>
          <a:xfrm>
            <a:off x="3755296" y="4505185"/>
            <a:ext cx="42286" cy="45576"/>
          </a:xfrm>
          <a:prstGeom prst="rect">
            <a:avLst/>
          </a:prstGeom>
        </p:spPr>
      </p:pic>
      <p:pic>
        <p:nvPicPr>
          <p:cNvPr id="214" name="Image 209" descr="preencoded.png">    </p:cNvPr>
          <p:cNvPicPr>
            <a:picLocks noChangeAspect="1"/>
          </p:cNvPicPr>
          <p:nvPr/>
        </p:nvPicPr>
        <p:blipFill>
          <a:blip r:embed="rId210"/>
          <a:srcRect l="0" r="0" t="0" b="0"/>
          <a:stretch/>
        </p:blipFill>
        <p:spPr>
          <a:xfrm>
            <a:off x="3822409" y="4379338"/>
            <a:ext cx="52332" cy="68980"/>
          </a:xfrm>
          <a:prstGeom prst="rect">
            <a:avLst/>
          </a:prstGeom>
        </p:spPr>
      </p:pic>
      <p:pic>
        <p:nvPicPr>
          <p:cNvPr id="215" name="Image 210" descr="preencoded.png">    </p:cNvPr>
          <p:cNvPicPr>
            <a:picLocks noChangeAspect="1"/>
          </p:cNvPicPr>
          <p:nvPr/>
        </p:nvPicPr>
        <p:blipFill>
          <a:blip r:embed="rId211"/>
          <a:srcRect l="0" r="-10" t="0" b="0"/>
          <a:stretch/>
        </p:blipFill>
        <p:spPr>
          <a:xfrm>
            <a:off x="3821813" y="4509622"/>
            <a:ext cx="20566" cy="41138"/>
          </a:xfrm>
          <a:prstGeom prst="rect">
            <a:avLst/>
          </a:prstGeom>
        </p:spPr>
      </p:pic>
      <p:pic>
        <p:nvPicPr>
          <p:cNvPr id="216" name="Image 211" descr="preencoded.png">    </p:cNvPr>
          <p:cNvPicPr>
            <a:picLocks noChangeAspect="1"/>
          </p:cNvPicPr>
          <p:nvPr/>
        </p:nvPicPr>
        <p:blipFill>
          <a:blip r:embed="rId212"/>
          <a:srcRect l="0" r="15" t="0" b="0"/>
          <a:stretch/>
        </p:blipFill>
        <p:spPr>
          <a:xfrm>
            <a:off x="3821813" y="4509624"/>
            <a:ext cx="20557" cy="41138"/>
          </a:xfrm>
          <a:prstGeom prst="rect">
            <a:avLst/>
          </a:prstGeom>
        </p:spPr>
      </p:pic>
      <p:pic>
        <p:nvPicPr>
          <p:cNvPr id="217" name="Image 212" descr="preencoded.png">    </p:cNvPr>
          <p:cNvPicPr>
            <a:picLocks noChangeAspect="1"/>
          </p:cNvPicPr>
          <p:nvPr/>
        </p:nvPicPr>
        <p:blipFill>
          <a:blip r:embed="rId213"/>
          <a:srcRect l="0" r="0" t="0" b="0"/>
          <a:stretch/>
        </p:blipFill>
        <p:spPr>
          <a:xfrm>
            <a:off x="3755296" y="4506763"/>
            <a:ext cx="30417" cy="32669"/>
          </a:xfrm>
          <a:prstGeom prst="rect">
            <a:avLst/>
          </a:prstGeom>
        </p:spPr>
      </p:pic>
      <p:pic>
        <p:nvPicPr>
          <p:cNvPr id="218" name="Image 213" descr="preencoded.png">    </p:cNvPr>
          <p:cNvPicPr>
            <a:picLocks noChangeAspect="1"/>
          </p:cNvPicPr>
          <p:nvPr/>
        </p:nvPicPr>
        <p:blipFill>
          <a:blip r:embed="rId214"/>
          <a:srcRect l="0" r="0" t="0" b="0"/>
          <a:stretch/>
        </p:blipFill>
        <p:spPr>
          <a:xfrm>
            <a:off x="3721847" y="4534950"/>
            <a:ext cx="17850" cy="21745"/>
          </a:xfrm>
          <a:prstGeom prst="rect">
            <a:avLst/>
          </a:prstGeom>
        </p:spPr>
      </p:pic>
      <p:pic>
        <p:nvPicPr>
          <p:cNvPr id="219" name="Image 214" descr="preencoded.png">    </p:cNvPr>
          <p:cNvPicPr>
            <a:picLocks noChangeAspect="1"/>
          </p:cNvPicPr>
          <p:nvPr/>
        </p:nvPicPr>
        <p:blipFill>
          <a:blip r:embed="rId215"/>
          <a:srcRect l="0" r="0" t="0" b="0"/>
          <a:stretch/>
        </p:blipFill>
        <p:spPr>
          <a:xfrm>
            <a:off x="3722750" y="4485907"/>
            <a:ext cx="62071" cy="69820"/>
          </a:xfrm>
          <a:prstGeom prst="rect">
            <a:avLst/>
          </a:prstGeom>
        </p:spPr>
      </p:pic>
      <p:pic>
        <p:nvPicPr>
          <p:cNvPr id="220" name="Image 215" descr="preencoded.png">    </p:cNvPr>
          <p:cNvPicPr>
            <a:picLocks noChangeAspect="1"/>
          </p:cNvPicPr>
          <p:nvPr/>
        </p:nvPicPr>
        <p:blipFill>
          <a:blip r:embed="rId216"/>
          <a:srcRect l="0" r="-10" t="0" b="0"/>
          <a:stretch/>
        </p:blipFill>
        <p:spPr>
          <a:xfrm>
            <a:off x="3745743" y="4524948"/>
            <a:ext cx="9748" cy="6568"/>
          </a:xfrm>
          <a:prstGeom prst="rect">
            <a:avLst/>
          </a:prstGeom>
        </p:spPr>
      </p:pic>
      <p:pic>
        <p:nvPicPr>
          <p:cNvPr id="221" name="Image 216" descr="preencoded.png">    </p:cNvPr>
          <p:cNvPicPr>
            <a:picLocks noChangeAspect="1"/>
          </p:cNvPicPr>
          <p:nvPr/>
        </p:nvPicPr>
        <p:blipFill>
          <a:blip r:embed="rId217"/>
          <a:srcRect l="0" r="85" t="0" b="0"/>
          <a:stretch/>
        </p:blipFill>
        <p:spPr>
          <a:xfrm>
            <a:off x="3753780" y="4523658"/>
            <a:ext cx="5888" cy="4582"/>
          </a:xfrm>
          <a:prstGeom prst="rect">
            <a:avLst/>
          </a:prstGeom>
        </p:spPr>
      </p:pic>
      <p:pic>
        <p:nvPicPr>
          <p:cNvPr id="222" name="Image 217" descr="preencoded.png">    </p:cNvPr>
          <p:cNvPicPr>
            <a:picLocks noChangeAspect="1"/>
          </p:cNvPicPr>
          <p:nvPr/>
        </p:nvPicPr>
        <p:blipFill>
          <a:blip r:embed="rId218"/>
          <a:srcRect l="0" r="38" t="0" b="0"/>
          <a:stretch/>
        </p:blipFill>
        <p:spPr>
          <a:xfrm>
            <a:off x="3739604" y="4537047"/>
            <a:ext cx="5330" cy="3270"/>
          </a:xfrm>
          <a:prstGeom prst="rect">
            <a:avLst/>
          </a:prstGeom>
        </p:spPr>
      </p:pic>
      <p:pic>
        <p:nvPicPr>
          <p:cNvPr id="223" name="Image 218" descr="preencoded.png">    </p:cNvPr>
          <p:cNvPicPr>
            <a:picLocks noChangeAspect="1"/>
          </p:cNvPicPr>
          <p:nvPr/>
        </p:nvPicPr>
        <p:blipFill>
          <a:blip r:embed="rId219"/>
          <a:srcRect l="0" r="18" t="0" b="0"/>
          <a:stretch/>
        </p:blipFill>
        <p:spPr>
          <a:xfrm>
            <a:off x="3777704" y="4524948"/>
            <a:ext cx="5414" cy="5922"/>
          </a:xfrm>
          <a:prstGeom prst="rect">
            <a:avLst/>
          </a:prstGeom>
        </p:spPr>
      </p:pic>
      <p:pic>
        <p:nvPicPr>
          <p:cNvPr id="224" name="Image 219" descr="preencoded.png">    </p:cNvPr>
          <p:cNvPicPr>
            <a:picLocks noChangeAspect="1"/>
          </p:cNvPicPr>
          <p:nvPr/>
        </p:nvPicPr>
        <p:blipFill>
          <a:blip r:embed="rId220"/>
          <a:srcRect l="0" r="0" t="0" b="0"/>
          <a:stretch/>
        </p:blipFill>
        <p:spPr>
          <a:xfrm>
            <a:off x="3765584" y="4536243"/>
            <a:ext cx="7302" cy="8308"/>
          </a:xfrm>
          <a:prstGeom prst="rect">
            <a:avLst/>
          </a:prstGeom>
        </p:spPr>
      </p:pic>
      <p:pic>
        <p:nvPicPr>
          <p:cNvPr id="225" name="Image 220" descr="preencoded.png">    </p:cNvPr>
          <p:cNvPicPr>
            <a:picLocks noChangeAspect="1"/>
          </p:cNvPicPr>
          <p:nvPr/>
        </p:nvPicPr>
        <p:blipFill>
          <a:blip r:embed="rId221"/>
          <a:srcRect l="0" r="55" t="0" b="0"/>
          <a:stretch/>
        </p:blipFill>
        <p:spPr>
          <a:xfrm>
            <a:off x="3774346" y="4531311"/>
            <a:ext cx="3609" cy="1520"/>
          </a:xfrm>
          <a:prstGeom prst="rect">
            <a:avLst/>
          </a:prstGeom>
        </p:spPr>
      </p:pic>
      <p:pic>
        <p:nvPicPr>
          <p:cNvPr id="226" name="Image 221" descr="preencoded.png">    </p:cNvPr>
          <p:cNvPicPr>
            <a:picLocks noChangeAspect="1"/>
          </p:cNvPicPr>
          <p:nvPr/>
        </p:nvPicPr>
        <p:blipFill>
          <a:blip r:embed="rId222"/>
          <a:srcRect l="0" r="0" t="0" b="0"/>
          <a:stretch/>
        </p:blipFill>
        <p:spPr>
          <a:xfrm>
            <a:off x="3792903" y="4475851"/>
            <a:ext cx="17711" cy="13363"/>
          </a:xfrm>
          <a:prstGeom prst="rect">
            <a:avLst/>
          </a:prstGeom>
        </p:spPr>
      </p:pic>
      <p:pic>
        <p:nvPicPr>
          <p:cNvPr id="227" name="Image 222" descr="preencoded.png">    </p:cNvPr>
          <p:cNvPicPr>
            <a:picLocks noChangeAspect="1"/>
          </p:cNvPicPr>
          <p:nvPr/>
        </p:nvPicPr>
        <p:blipFill>
          <a:blip r:embed="rId223"/>
          <a:srcRect l="0" r="0" t="0" b="0"/>
          <a:stretch/>
        </p:blipFill>
        <p:spPr>
          <a:xfrm>
            <a:off x="3822409" y="4405302"/>
            <a:ext cx="52332" cy="43016"/>
          </a:xfrm>
          <a:prstGeom prst="rect">
            <a:avLst/>
          </a:prstGeom>
        </p:spPr>
      </p:pic>
      <p:pic>
        <p:nvPicPr>
          <p:cNvPr id="228" name="Image 223" descr="preencoded.png">    </p:cNvPr>
          <p:cNvPicPr>
            <a:picLocks noChangeAspect="1"/>
          </p:cNvPicPr>
          <p:nvPr/>
        </p:nvPicPr>
        <p:blipFill>
          <a:blip r:embed="rId224"/>
          <a:srcRect l="0" r="0" t="0" b="0"/>
          <a:stretch/>
        </p:blipFill>
        <p:spPr>
          <a:xfrm>
            <a:off x="3821813" y="4509624"/>
            <a:ext cx="19115" cy="3829"/>
          </a:xfrm>
          <a:prstGeom prst="rect">
            <a:avLst/>
          </a:prstGeom>
        </p:spPr>
      </p:pic>
      <p:pic>
        <p:nvPicPr>
          <p:cNvPr id="229" name="Image 224" descr="preencoded.png">    </p:cNvPr>
          <p:cNvPicPr>
            <a:picLocks noChangeAspect="1"/>
          </p:cNvPicPr>
          <p:nvPr/>
        </p:nvPicPr>
        <p:blipFill>
          <a:blip r:embed="rId225"/>
          <a:srcRect l="0" r="6" t="0" b="0"/>
          <a:stretch/>
        </p:blipFill>
        <p:spPr>
          <a:xfrm>
            <a:off x="3818911" y="4403631"/>
            <a:ext cx="65922" cy="122447"/>
          </a:xfrm>
          <a:prstGeom prst="rect">
            <a:avLst/>
          </a:prstGeom>
        </p:spPr>
      </p:pic>
      <p:pic>
        <p:nvPicPr>
          <p:cNvPr id="230" name="Image 225" descr="preencoded.png">    </p:cNvPr>
          <p:cNvPicPr>
            <a:picLocks noChangeAspect="1"/>
          </p:cNvPicPr>
          <p:nvPr/>
        </p:nvPicPr>
        <p:blipFill>
          <a:blip r:embed="rId226"/>
          <a:srcRect l="0" r="0" t="0" b="0"/>
          <a:stretch/>
        </p:blipFill>
        <p:spPr>
          <a:xfrm>
            <a:off x="3860146" y="4467193"/>
            <a:ext cx="11943" cy="4280"/>
          </a:xfrm>
          <a:prstGeom prst="rect">
            <a:avLst/>
          </a:prstGeom>
        </p:spPr>
      </p:pic>
      <p:pic>
        <p:nvPicPr>
          <p:cNvPr id="231" name="Image 226" descr="preencoded.png">    </p:cNvPr>
          <p:cNvPicPr>
            <a:picLocks noChangeAspect="1"/>
          </p:cNvPicPr>
          <p:nvPr/>
        </p:nvPicPr>
        <p:blipFill>
          <a:blip r:embed="rId227"/>
          <a:srcRect l="0" r="44" t="0" b="0"/>
          <a:stretch/>
        </p:blipFill>
        <p:spPr>
          <a:xfrm>
            <a:off x="3866880" y="4453063"/>
            <a:ext cx="6827" cy="1670"/>
          </a:xfrm>
          <a:prstGeom prst="rect">
            <a:avLst/>
          </a:prstGeom>
        </p:spPr>
      </p:pic>
      <p:pic>
        <p:nvPicPr>
          <p:cNvPr id="232" name="Image 227" descr="preencoded.png">    </p:cNvPr>
          <p:cNvPicPr>
            <a:picLocks noChangeAspect="1"/>
          </p:cNvPicPr>
          <p:nvPr/>
        </p:nvPicPr>
        <p:blipFill>
          <a:blip r:embed="rId228"/>
          <a:srcRect l="0" r="0" t="0" b="0"/>
          <a:stretch/>
        </p:blipFill>
        <p:spPr>
          <a:xfrm>
            <a:off x="3864927" y="4461466"/>
            <a:ext cx="8046" cy="2927"/>
          </a:xfrm>
          <a:prstGeom prst="rect">
            <a:avLst/>
          </a:prstGeom>
        </p:spPr>
      </p:pic>
      <p:pic>
        <p:nvPicPr>
          <p:cNvPr id="233" name="Image 228" descr="preencoded.png">    </p:cNvPr>
          <p:cNvPicPr>
            <a:picLocks noChangeAspect="1"/>
          </p:cNvPicPr>
          <p:nvPr/>
        </p:nvPicPr>
        <p:blipFill>
          <a:blip r:embed="rId229"/>
          <a:srcRect l="0" r="-4" t="0" b="0"/>
          <a:stretch/>
        </p:blipFill>
        <p:spPr>
          <a:xfrm>
            <a:off x="3850918" y="4407018"/>
            <a:ext cx="46927" cy="94295"/>
          </a:xfrm>
          <a:prstGeom prst="rect">
            <a:avLst/>
          </a:prstGeom>
        </p:spPr>
      </p:pic>
      <p:pic>
        <p:nvPicPr>
          <p:cNvPr id="234" name="Image 229" descr="preencoded.png">    </p:cNvPr>
          <p:cNvPicPr>
            <a:picLocks noChangeAspect="1"/>
          </p:cNvPicPr>
          <p:nvPr/>
        </p:nvPicPr>
        <p:blipFill>
          <a:blip r:embed="rId230"/>
          <a:srcRect l="0" r="-6" t="0" b="0"/>
          <a:stretch/>
        </p:blipFill>
        <p:spPr>
          <a:xfrm>
            <a:off x="3768496" y="4473078"/>
            <a:ext cx="63643" cy="79810"/>
          </a:xfrm>
          <a:prstGeom prst="rect">
            <a:avLst/>
          </a:prstGeom>
        </p:spPr>
      </p:pic>
      <p:pic>
        <p:nvPicPr>
          <p:cNvPr id="235" name="Image 230" descr="preencoded.png">    </p:cNvPr>
          <p:cNvPicPr>
            <a:picLocks noChangeAspect="1"/>
          </p:cNvPicPr>
          <p:nvPr/>
        </p:nvPicPr>
        <p:blipFill>
          <a:blip r:embed="rId231"/>
          <a:srcRect l="0" r="0" t="0" b="0"/>
          <a:stretch/>
        </p:blipFill>
        <p:spPr>
          <a:xfrm>
            <a:off x="3785704" y="4489577"/>
            <a:ext cx="37830" cy="42697"/>
          </a:xfrm>
          <a:prstGeom prst="rect">
            <a:avLst/>
          </a:prstGeom>
        </p:spPr>
      </p:pic>
      <p:pic>
        <p:nvPicPr>
          <p:cNvPr id="236" name="Image 231" descr="preencoded.png">    </p:cNvPr>
          <p:cNvPicPr>
            <a:picLocks noChangeAspect="1"/>
          </p:cNvPicPr>
          <p:nvPr/>
        </p:nvPicPr>
        <p:blipFill>
          <a:blip r:embed="rId232"/>
          <a:srcRect l="0" r="0" t="0" b="0"/>
          <a:stretch/>
        </p:blipFill>
        <p:spPr>
          <a:xfrm>
            <a:off x="3784820" y="4450098"/>
            <a:ext cx="99650" cy="106282"/>
          </a:xfrm>
          <a:prstGeom prst="rect">
            <a:avLst/>
          </a:prstGeom>
        </p:spPr>
      </p:pic>
      <p:pic>
        <p:nvPicPr>
          <p:cNvPr id="237" name="Image 232" descr="preencoded.png">    </p:cNvPr>
          <p:cNvPicPr>
            <a:picLocks noChangeAspect="1"/>
          </p:cNvPicPr>
          <p:nvPr/>
        </p:nvPicPr>
        <p:blipFill>
          <a:blip r:embed="rId233"/>
          <a:srcRect l="0" r="0" t="0" b="0"/>
          <a:stretch/>
        </p:blipFill>
        <p:spPr>
          <a:xfrm>
            <a:off x="3810679" y="4357161"/>
            <a:ext cx="47858" cy="51561"/>
          </a:xfrm>
          <a:prstGeom prst="rect">
            <a:avLst/>
          </a:prstGeom>
        </p:spPr>
      </p:pic>
      <p:pic>
        <p:nvPicPr>
          <p:cNvPr id="238" name="Image 233" descr="preencoded.png">    </p:cNvPr>
          <p:cNvPicPr>
            <a:picLocks noChangeAspect="1"/>
          </p:cNvPicPr>
          <p:nvPr/>
        </p:nvPicPr>
        <p:blipFill>
          <a:blip r:embed="rId234"/>
          <a:srcRect l="0" r="0" t="0" b="0"/>
          <a:stretch/>
        </p:blipFill>
        <p:spPr>
          <a:xfrm>
            <a:off x="3811126" y="4356193"/>
            <a:ext cx="47858" cy="51561"/>
          </a:xfrm>
          <a:prstGeom prst="rect">
            <a:avLst/>
          </a:prstGeom>
        </p:spPr>
      </p:pic>
      <p:pic>
        <p:nvPicPr>
          <p:cNvPr id="239" name="Image 234" descr="preencoded.png">    </p:cNvPr>
          <p:cNvPicPr>
            <a:picLocks noChangeAspect="1"/>
          </p:cNvPicPr>
          <p:nvPr/>
        </p:nvPicPr>
        <p:blipFill>
          <a:blip r:embed="rId235"/>
          <a:srcRect l="0" r="4" t="0" b="0"/>
          <a:stretch/>
        </p:blipFill>
        <p:spPr>
          <a:xfrm>
            <a:off x="3806819" y="4338237"/>
            <a:ext cx="70424" cy="104094"/>
          </a:xfrm>
          <a:prstGeom prst="rect">
            <a:avLst/>
          </a:prstGeom>
        </p:spPr>
      </p:pic>
      <p:pic>
        <p:nvPicPr>
          <p:cNvPr id="240" name="Image 235" descr="preencoded.png">    </p:cNvPr>
          <p:cNvPicPr>
            <a:picLocks noChangeAspect="1"/>
          </p:cNvPicPr>
          <p:nvPr/>
        </p:nvPicPr>
        <p:blipFill>
          <a:blip r:embed="rId236"/>
          <a:srcRect l="0" r="0" t="0" b="0"/>
          <a:stretch/>
        </p:blipFill>
        <p:spPr>
          <a:xfrm>
            <a:off x="3807916" y="4395474"/>
            <a:ext cx="30566" cy="56447"/>
          </a:xfrm>
          <a:prstGeom prst="rect">
            <a:avLst/>
          </a:prstGeom>
        </p:spPr>
      </p:pic>
      <p:pic>
        <p:nvPicPr>
          <p:cNvPr id="241" name="Image 236" descr="preencoded.png">    </p:cNvPr>
          <p:cNvPicPr>
            <a:picLocks noChangeAspect="1"/>
          </p:cNvPicPr>
          <p:nvPr/>
        </p:nvPicPr>
        <p:blipFill>
          <a:blip r:embed="rId237"/>
          <a:srcRect l="0" r="77" t="0" b="0"/>
          <a:stretch/>
        </p:blipFill>
        <p:spPr>
          <a:xfrm>
            <a:off x="3830045" y="4490183"/>
            <a:ext cx="5172" cy="11130"/>
          </a:xfrm>
          <a:prstGeom prst="rect">
            <a:avLst/>
          </a:prstGeom>
        </p:spPr>
      </p:pic>
      <p:pic>
        <p:nvPicPr>
          <p:cNvPr id="242" name="Image 237" descr="preencoded.png">    </p:cNvPr>
          <p:cNvPicPr>
            <a:picLocks noChangeAspect="1"/>
          </p:cNvPicPr>
          <p:nvPr/>
        </p:nvPicPr>
        <p:blipFill>
          <a:blip r:embed="rId238"/>
          <a:srcRect l="0" r="16" t="0" b="0"/>
          <a:stretch/>
        </p:blipFill>
        <p:spPr>
          <a:xfrm>
            <a:off x="3753780" y="4457634"/>
            <a:ext cx="12809" cy="2420"/>
          </a:xfrm>
          <a:prstGeom prst="rect">
            <a:avLst/>
          </a:prstGeom>
        </p:spPr>
      </p:pic>
      <p:pic>
        <p:nvPicPr>
          <p:cNvPr id="243" name="Image 238" descr="preencoded.png">    </p:cNvPr>
          <p:cNvPicPr>
            <a:picLocks noChangeAspect="1"/>
          </p:cNvPicPr>
          <p:nvPr/>
        </p:nvPicPr>
        <p:blipFill>
          <a:blip r:embed="rId239"/>
          <a:srcRect l="0" r="71" t="0" b="0"/>
          <a:stretch/>
        </p:blipFill>
        <p:spPr>
          <a:xfrm>
            <a:off x="3859867" y="4429256"/>
            <a:ext cx="5646" cy="12938"/>
          </a:xfrm>
          <a:prstGeom prst="rect">
            <a:avLst/>
          </a:prstGeom>
        </p:spPr>
      </p:pic>
      <p:pic>
        <p:nvPicPr>
          <p:cNvPr id="244" name="Image 239" descr="preencoded.png">    </p:cNvPr>
          <p:cNvPicPr>
            <a:picLocks noChangeAspect="1"/>
          </p:cNvPicPr>
          <p:nvPr/>
        </p:nvPicPr>
        <p:blipFill>
          <a:blip r:embed="rId240"/>
          <a:srcRect l="0" r="84" t="0" b="0"/>
          <a:stretch/>
        </p:blipFill>
        <p:spPr>
          <a:xfrm>
            <a:off x="3872833" y="4403475"/>
            <a:ext cx="4763" cy="1977"/>
          </a:xfrm>
          <a:prstGeom prst="rect">
            <a:avLst/>
          </a:prstGeom>
        </p:spPr>
      </p:pic>
      <p:pic>
        <p:nvPicPr>
          <p:cNvPr id="245" name="Image 240" descr="preencoded.png">    </p:cNvPr>
          <p:cNvPicPr>
            <a:picLocks noChangeAspect="1"/>
          </p:cNvPicPr>
          <p:nvPr/>
        </p:nvPicPr>
        <p:blipFill>
          <a:blip r:embed="rId241"/>
          <a:srcRect l="0" r="0" t="0" b="0"/>
          <a:stretch/>
        </p:blipFill>
        <p:spPr>
          <a:xfrm>
            <a:off x="3807172" y="4338375"/>
            <a:ext cx="48620" cy="102587"/>
          </a:xfrm>
          <a:prstGeom prst="rect">
            <a:avLst/>
          </a:prstGeom>
        </p:spPr>
      </p:pic>
      <p:pic>
        <p:nvPicPr>
          <p:cNvPr id="246" name="Image 241" descr="preencoded.png">    </p:cNvPr>
          <p:cNvPicPr>
            <a:picLocks noChangeAspect="1"/>
          </p:cNvPicPr>
          <p:nvPr/>
        </p:nvPicPr>
        <p:blipFill>
          <a:blip r:embed="rId242"/>
          <a:srcRect l="0" r="0" t="0" b="0"/>
          <a:stretch/>
        </p:blipFill>
        <p:spPr>
          <a:xfrm>
            <a:off x="3868424" y="4429683"/>
            <a:ext cx="2205" cy="4531"/>
          </a:xfrm>
          <a:prstGeom prst="rect">
            <a:avLst/>
          </a:prstGeom>
        </p:spPr>
      </p:pic>
      <p:pic>
        <p:nvPicPr>
          <p:cNvPr id="247" name="Image 242" descr="preencoded.png">    </p:cNvPr>
          <p:cNvPicPr>
            <a:picLocks noChangeAspect="1"/>
          </p:cNvPicPr>
          <p:nvPr/>
        </p:nvPicPr>
        <p:blipFill>
          <a:blip r:embed="rId243"/>
          <a:srcRect l="0" r="56" t="0" b="0"/>
          <a:stretch/>
        </p:blipFill>
        <p:spPr>
          <a:xfrm>
            <a:off x="3810437" y="4395274"/>
            <a:ext cx="5367" cy="47551"/>
          </a:xfrm>
          <a:prstGeom prst="rect">
            <a:avLst/>
          </a:prstGeom>
        </p:spPr>
      </p:pic>
      <p:pic>
        <p:nvPicPr>
          <p:cNvPr id="248" name="Image 243" descr="preencoded.png">    </p:cNvPr>
          <p:cNvPicPr>
            <a:picLocks noChangeAspect="1"/>
          </p:cNvPicPr>
          <p:nvPr/>
        </p:nvPicPr>
        <p:blipFill>
          <a:blip r:embed="rId244"/>
          <a:srcRect l="0" r="0" t="0" b="0"/>
          <a:stretch/>
        </p:blipFill>
        <p:spPr>
          <a:xfrm>
            <a:off x="3808307" y="4443271"/>
            <a:ext cx="13869" cy="7981"/>
          </a:xfrm>
          <a:prstGeom prst="rect">
            <a:avLst/>
          </a:prstGeom>
        </p:spPr>
      </p:pic>
      <p:pic>
        <p:nvPicPr>
          <p:cNvPr id="249" name="Image 244" descr="preencoded.png">    </p:cNvPr>
          <p:cNvPicPr>
            <a:picLocks noChangeAspect="1"/>
          </p:cNvPicPr>
          <p:nvPr/>
        </p:nvPicPr>
        <p:blipFill>
          <a:blip r:embed="rId245"/>
          <a:srcRect l="0" r="0" t="0" b="0"/>
          <a:stretch/>
        </p:blipFill>
        <p:spPr>
          <a:xfrm>
            <a:off x="3832696" y="4418594"/>
            <a:ext cx="6083" cy="6355"/>
          </a:xfrm>
          <a:prstGeom prst="rect">
            <a:avLst/>
          </a:prstGeom>
        </p:spPr>
      </p:pic>
      <p:pic>
        <p:nvPicPr>
          <p:cNvPr id="250" name="Image 245" descr="preencoded.png">    </p:cNvPr>
          <p:cNvPicPr>
            <a:picLocks noChangeAspect="1"/>
          </p:cNvPicPr>
          <p:nvPr/>
        </p:nvPicPr>
        <p:blipFill>
          <a:blip r:embed="rId246"/>
          <a:srcRect l="0" r="-15" t="0" b="0"/>
          <a:stretch/>
        </p:blipFill>
        <p:spPr>
          <a:xfrm>
            <a:off x="3824074" y="4430851"/>
            <a:ext cx="6781" cy="7333"/>
          </a:xfrm>
          <a:prstGeom prst="rect">
            <a:avLst/>
          </a:prstGeom>
        </p:spPr>
      </p:pic>
      <p:pic>
        <p:nvPicPr>
          <p:cNvPr id="251" name="Image 246" descr="preencoded.png">    </p:cNvPr>
          <p:cNvPicPr>
            <a:picLocks noChangeAspect="1"/>
          </p:cNvPicPr>
          <p:nvPr/>
        </p:nvPicPr>
        <p:blipFill>
          <a:blip r:embed="rId247"/>
          <a:srcRect l="0" r="0" t="0" b="0"/>
          <a:stretch/>
        </p:blipFill>
        <p:spPr>
          <a:xfrm>
            <a:off x="4045865" y="4398369"/>
            <a:ext cx="539279" cy="555659"/>
          </a:xfrm>
          <a:prstGeom prst="rect">
            <a:avLst/>
          </a:prstGeom>
        </p:spPr>
      </p:pic>
      <p:pic>
        <p:nvPicPr>
          <p:cNvPr id="252" name="Image 247" descr="preencoded.png">    </p:cNvPr>
          <p:cNvPicPr>
            <a:picLocks noChangeAspect="1"/>
          </p:cNvPicPr>
          <p:nvPr/>
        </p:nvPicPr>
        <p:blipFill>
          <a:blip r:embed="rId248"/>
          <a:srcRect l="0" r="11" t="0" b="0"/>
          <a:stretch/>
        </p:blipFill>
        <p:spPr>
          <a:xfrm>
            <a:off x="4255805" y="4561761"/>
            <a:ext cx="26250" cy="35369"/>
          </a:xfrm>
          <a:prstGeom prst="rect">
            <a:avLst/>
          </a:prstGeom>
        </p:spPr>
      </p:pic>
      <p:pic>
        <p:nvPicPr>
          <p:cNvPr id="253" name="Image 248" descr="preencoded.png">    </p:cNvPr>
          <p:cNvPicPr>
            <a:picLocks noChangeAspect="1"/>
          </p:cNvPicPr>
          <p:nvPr/>
        </p:nvPicPr>
        <p:blipFill>
          <a:blip r:embed="rId249"/>
          <a:srcRect l="0" r="11" t="0" b="0"/>
          <a:stretch/>
        </p:blipFill>
        <p:spPr>
          <a:xfrm>
            <a:off x="4255805" y="4561761"/>
            <a:ext cx="26250" cy="35369"/>
          </a:xfrm>
          <a:prstGeom prst="rect">
            <a:avLst/>
          </a:prstGeom>
        </p:spPr>
      </p:pic>
      <p:pic>
        <p:nvPicPr>
          <p:cNvPr id="254" name="Image 249" descr="preencoded.png">    </p:cNvPr>
          <p:cNvPicPr>
            <a:picLocks noChangeAspect="1"/>
          </p:cNvPicPr>
          <p:nvPr/>
        </p:nvPicPr>
        <p:blipFill>
          <a:blip r:embed="rId250"/>
          <a:srcRect l="0" r="5" t="0" b="1"/>
          <a:stretch/>
        </p:blipFill>
        <p:spPr>
          <a:xfrm>
            <a:off x="4189381" y="4437846"/>
            <a:ext cx="43272" cy="87961"/>
          </a:xfrm>
          <a:prstGeom prst="rect">
            <a:avLst/>
          </a:prstGeom>
        </p:spPr>
      </p:pic>
      <p:pic>
        <p:nvPicPr>
          <p:cNvPr id="255" name="Image 250" descr="preencoded.png">    </p:cNvPr>
          <p:cNvPicPr>
            <a:picLocks noChangeAspect="1"/>
          </p:cNvPicPr>
          <p:nvPr/>
        </p:nvPicPr>
        <p:blipFill>
          <a:blip r:embed="rId251"/>
          <a:srcRect l="0" r="0" t="0" b="0"/>
          <a:stretch/>
        </p:blipFill>
        <p:spPr>
          <a:xfrm>
            <a:off x="4304844" y="4685730"/>
            <a:ext cx="143238" cy="90472"/>
          </a:xfrm>
          <a:prstGeom prst="rect">
            <a:avLst/>
          </a:prstGeom>
        </p:spPr>
      </p:pic>
      <p:pic>
        <p:nvPicPr>
          <p:cNvPr id="256" name="Image 251" descr="preencoded.png">    </p:cNvPr>
          <p:cNvPicPr>
            <a:picLocks noChangeAspect="1"/>
          </p:cNvPicPr>
          <p:nvPr/>
        </p:nvPicPr>
        <p:blipFill>
          <a:blip r:embed="rId252"/>
          <a:srcRect l="0" r="0" t="0" b="0"/>
          <a:stretch/>
        </p:blipFill>
        <p:spPr>
          <a:xfrm>
            <a:off x="4304844" y="4685730"/>
            <a:ext cx="143238" cy="90472"/>
          </a:xfrm>
          <a:prstGeom prst="rect">
            <a:avLst/>
          </a:prstGeom>
        </p:spPr>
      </p:pic>
      <p:pic>
        <p:nvPicPr>
          <p:cNvPr id="257" name="Image 252" descr="preencoded.png">    </p:cNvPr>
          <p:cNvPicPr>
            <a:picLocks noChangeAspect="1"/>
          </p:cNvPicPr>
          <p:nvPr/>
        </p:nvPicPr>
        <p:blipFill>
          <a:blip r:embed="rId253"/>
          <a:srcRect l="0" r="14" t="0" b="0"/>
          <a:stretch/>
        </p:blipFill>
        <p:spPr>
          <a:xfrm>
            <a:off x="4312565" y="4686770"/>
            <a:ext cx="29338" cy="13047"/>
          </a:xfrm>
          <a:prstGeom prst="rect">
            <a:avLst/>
          </a:prstGeom>
        </p:spPr>
      </p:pic>
      <p:pic>
        <p:nvPicPr>
          <p:cNvPr id="258" name="Image 253" descr="preencoded.png">    </p:cNvPr>
          <p:cNvPicPr>
            <a:picLocks noChangeAspect="1"/>
          </p:cNvPicPr>
          <p:nvPr/>
        </p:nvPicPr>
        <p:blipFill>
          <a:blip r:embed="rId254"/>
          <a:srcRect l="0" r="-3" t="0" b="0"/>
          <a:stretch/>
        </p:blipFill>
        <p:spPr>
          <a:xfrm>
            <a:off x="4408112" y="4760812"/>
            <a:ext cx="39960" cy="15374"/>
          </a:xfrm>
          <a:prstGeom prst="rect">
            <a:avLst/>
          </a:prstGeom>
        </p:spPr>
      </p:pic>
      <p:pic>
        <p:nvPicPr>
          <p:cNvPr id="259" name="Image 254" descr="preencoded.png">    </p:cNvPr>
          <p:cNvPicPr>
            <a:picLocks noChangeAspect="1"/>
          </p:cNvPicPr>
          <p:nvPr/>
        </p:nvPicPr>
        <p:blipFill>
          <a:blip r:embed="rId255"/>
          <a:srcRect l="0" r="-1" t="0" b="0"/>
          <a:stretch/>
        </p:blipFill>
        <p:spPr>
          <a:xfrm>
            <a:off x="4408112" y="4763308"/>
            <a:ext cx="123816" cy="191552"/>
          </a:xfrm>
          <a:prstGeom prst="rect">
            <a:avLst/>
          </a:prstGeom>
        </p:spPr>
      </p:pic>
      <p:pic>
        <p:nvPicPr>
          <p:cNvPr id="260" name="Image 255" descr="preencoded.png">    </p:cNvPr>
          <p:cNvPicPr>
            <a:picLocks noChangeAspect="1"/>
          </p:cNvPicPr>
          <p:nvPr/>
        </p:nvPicPr>
        <p:blipFill>
          <a:blip r:embed="rId256"/>
          <a:srcRect l="0" r="-1" t="0" b="0"/>
          <a:stretch/>
        </p:blipFill>
        <p:spPr>
          <a:xfrm>
            <a:off x="4408112" y="4763308"/>
            <a:ext cx="123816" cy="191552"/>
          </a:xfrm>
          <a:prstGeom prst="rect">
            <a:avLst/>
          </a:prstGeom>
        </p:spPr>
      </p:pic>
      <p:pic>
        <p:nvPicPr>
          <p:cNvPr id="261" name="Image 256" descr="preencoded.png">    </p:cNvPr>
          <p:cNvPicPr>
            <a:picLocks noChangeAspect="1"/>
          </p:cNvPicPr>
          <p:nvPr/>
        </p:nvPicPr>
        <p:blipFill>
          <a:blip r:embed="rId257"/>
          <a:srcRect l="0" r="0" t="0" b="0"/>
          <a:stretch/>
        </p:blipFill>
        <p:spPr>
          <a:xfrm>
            <a:off x="4462742" y="4881442"/>
            <a:ext cx="13441" cy="40471"/>
          </a:xfrm>
          <a:prstGeom prst="rect">
            <a:avLst/>
          </a:prstGeom>
        </p:spPr>
      </p:pic>
      <p:pic>
        <p:nvPicPr>
          <p:cNvPr id="262" name="Image 257" descr="preencoded.png">    </p:cNvPr>
          <p:cNvPicPr>
            <a:picLocks noChangeAspect="1"/>
          </p:cNvPicPr>
          <p:nvPr/>
        </p:nvPicPr>
        <p:blipFill>
          <a:blip r:embed="rId258"/>
          <a:srcRect l="0" r="0" t="0" b="0"/>
          <a:stretch/>
        </p:blipFill>
        <p:spPr>
          <a:xfrm>
            <a:off x="4448659" y="4851700"/>
            <a:ext cx="23878" cy="23296"/>
          </a:xfrm>
          <a:prstGeom prst="rect">
            <a:avLst/>
          </a:prstGeom>
        </p:spPr>
      </p:pic>
      <p:pic>
        <p:nvPicPr>
          <p:cNvPr id="263" name="Image 258" descr="preencoded.png">    </p:cNvPr>
          <p:cNvPicPr>
            <a:picLocks noChangeAspect="1"/>
          </p:cNvPicPr>
          <p:nvPr/>
        </p:nvPicPr>
        <p:blipFill>
          <a:blip r:embed="rId259"/>
          <a:srcRect l="0" r="-3" t="0" b="0"/>
          <a:stretch/>
        </p:blipFill>
        <p:spPr>
          <a:xfrm>
            <a:off x="4250020" y="4691969"/>
            <a:ext cx="173357" cy="106687"/>
          </a:xfrm>
          <a:prstGeom prst="rect">
            <a:avLst/>
          </a:prstGeom>
        </p:spPr>
      </p:pic>
      <p:pic>
        <p:nvPicPr>
          <p:cNvPr id="264" name="Image 259" descr="preencoded.png">    </p:cNvPr>
          <p:cNvPicPr>
            <a:picLocks noChangeAspect="1"/>
          </p:cNvPicPr>
          <p:nvPr/>
        </p:nvPicPr>
        <p:blipFill>
          <a:blip r:embed="rId260"/>
          <a:srcRect l="0" r="10" t="0" b="0"/>
          <a:stretch/>
        </p:blipFill>
        <p:spPr>
          <a:xfrm>
            <a:off x="4393564" y="4755878"/>
            <a:ext cx="29794" cy="42779"/>
          </a:xfrm>
          <a:prstGeom prst="rect">
            <a:avLst/>
          </a:prstGeom>
        </p:spPr>
      </p:pic>
      <p:pic>
        <p:nvPicPr>
          <p:cNvPr id="265" name="Image 260" descr="preencoded.png">    </p:cNvPr>
          <p:cNvPicPr>
            <a:picLocks noChangeAspect="1"/>
          </p:cNvPicPr>
          <p:nvPr/>
        </p:nvPicPr>
        <p:blipFill>
          <a:blip r:embed="rId261"/>
          <a:srcRect l="0" r="1" t="0" b="0"/>
          <a:stretch/>
        </p:blipFill>
        <p:spPr>
          <a:xfrm>
            <a:off x="4391704" y="4758145"/>
            <a:ext cx="190928" cy="165101"/>
          </a:xfrm>
          <a:prstGeom prst="rect">
            <a:avLst/>
          </a:prstGeom>
        </p:spPr>
      </p:pic>
      <p:pic>
        <p:nvPicPr>
          <p:cNvPr id="266" name="Image 261" descr="preencoded.png">    </p:cNvPr>
          <p:cNvPicPr>
            <a:picLocks noChangeAspect="1"/>
          </p:cNvPicPr>
          <p:nvPr/>
        </p:nvPicPr>
        <p:blipFill>
          <a:blip r:embed="rId262"/>
          <a:srcRect l="0" r="0" t="0" b="0"/>
          <a:stretch/>
        </p:blipFill>
        <p:spPr>
          <a:xfrm>
            <a:off x="4500990" y="4851647"/>
            <a:ext cx="22175" cy="7986"/>
          </a:xfrm>
          <a:prstGeom prst="rect">
            <a:avLst/>
          </a:prstGeom>
        </p:spPr>
      </p:pic>
      <p:pic>
        <p:nvPicPr>
          <p:cNvPr id="267" name="Image 262" descr="preencoded.png">    </p:cNvPr>
          <p:cNvPicPr>
            <a:picLocks noChangeAspect="1"/>
          </p:cNvPicPr>
          <p:nvPr/>
        </p:nvPicPr>
        <p:blipFill>
          <a:blip r:embed="rId263"/>
          <a:srcRect l="0" r="0" t="0" b="0"/>
          <a:stretch/>
        </p:blipFill>
        <p:spPr>
          <a:xfrm>
            <a:off x="4483419" y="4838389"/>
            <a:ext cx="11953" cy="9104"/>
          </a:xfrm>
          <a:prstGeom prst="rect">
            <a:avLst/>
          </a:prstGeom>
        </p:spPr>
      </p:pic>
      <p:pic>
        <p:nvPicPr>
          <p:cNvPr id="268" name="Image 263" descr="preencoded.png">    </p:cNvPr>
          <p:cNvPicPr>
            <a:picLocks noChangeAspect="1"/>
          </p:cNvPicPr>
          <p:nvPr/>
        </p:nvPicPr>
        <p:blipFill>
          <a:blip r:embed="rId264"/>
          <a:srcRect l="0" r="2" t="0" b="0"/>
          <a:stretch/>
        </p:blipFill>
        <p:spPr>
          <a:xfrm>
            <a:off x="4196962" y="4643094"/>
            <a:ext cx="155563" cy="104266"/>
          </a:xfrm>
          <a:prstGeom prst="rect">
            <a:avLst/>
          </a:prstGeom>
        </p:spPr>
      </p:pic>
      <p:pic>
        <p:nvPicPr>
          <p:cNvPr id="269" name="Image 264" descr="preencoded.png">    </p:cNvPr>
          <p:cNvPicPr>
            <a:picLocks noChangeAspect="1"/>
          </p:cNvPicPr>
          <p:nvPr/>
        </p:nvPicPr>
        <p:blipFill>
          <a:blip r:embed="rId265"/>
          <a:srcRect l="0" r="-2" t="0" b="0"/>
          <a:stretch/>
        </p:blipFill>
        <p:spPr>
          <a:xfrm>
            <a:off x="4154658" y="4463242"/>
            <a:ext cx="52099" cy="70763"/>
          </a:xfrm>
          <a:prstGeom prst="rect">
            <a:avLst/>
          </a:prstGeom>
        </p:spPr>
      </p:pic>
      <p:pic>
        <p:nvPicPr>
          <p:cNvPr id="270" name="Image 265" descr="preencoded.png">    </p:cNvPr>
          <p:cNvPicPr>
            <a:picLocks noChangeAspect="1"/>
          </p:cNvPicPr>
          <p:nvPr/>
        </p:nvPicPr>
        <p:blipFill>
          <a:blip r:embed="rId266"/>
          <a:srcRect l="0" r="0" t="0" b="0"/>
          <a:stretch/>
        </p:blipFill>
        <p:spPr>
          <a:xfrm>
            <a:off x="4163541" y="4434072"/>
            <a:ext cx="61001" cy="65723"/>
          </a:xfrm>
          <a:prstGeom prst="rect">
            <a:avLst/>
          </a:prstGeom>
        </p:spPr>
      </p:pic>
      <p:pic>
        <p:nvPicPr>
          <p:cNvPr id="271" name="Image 266" descr="preencoded.png">    </p:cNvPr>
          <p:cNvPicPr>
            <a:picLocks noChangeAspect="1"/>
          </p:cNvPicPr>
          <p:nvPr/>
        </p:nvPicPr>
        <p:blipFill>
          <a:blip r:embed="rId267"/>
          <a:srcRect l="0" r="0" t="0" b="0"/>
          <a:stretch/>
        </p:blipFill>
        <p:spPr>
          <a:xfrm>
            <a:off x="4163541" y="4431575"/>
            <a:ext cx="61001" cy="65723"/>
          </a:xfrm>
          <a:prstGeom prst="rect">
            <a:avLst/>
          </a:prstGeom>
        </p:spPr>
      </p:pic>
      <p:pic>
        <p:nvPicPr>
          <p:cNvPr id="272" name="Image 267" descr="preencoded.png">    </p:cNvPr>
          <p:cNvPicPr>
            <a:picLocks noChangeAspect="1"/>
          </p:cNvPicPr>
          <p:nvPr/>
        </p:nvPicPr>
        <p:blipFill>
          <a:blip r:embed="rId268"/>
          <a:srcRect l="0" r="0" t="0" b="0"/>
          <a:stretch/>
        </p:blipFill>
        <p:spPr>
          <a:xfrm>
            <a:off x="4169457" y="4506726"/>
            <a:ext cx="55085" cy="72933"/>
          </a:xfrm>
          <a:prstGeom prst="rect">
            <a:avLst/>
          </a:prstGeom>
        </p:spPr>
      </p:pic>
      <p:pic>
        <p:nvPicPr>
          <p:cNvPr id="273" name="Image 268" descr="preencoded.png">    </p:cNvPr>
          <p:cNvPicPr>
            <a:picLocks noChangeAspect="1"/>
          </p:cNvPicPr>
          <p:nvPr/>
        </p:nvPicPr>
        <p:blipFill>
          <a:blip r:embed="rId269"/>
          <a:srcRect l="0" r="0" t="0" b="0"/>
          <a:stretch/>
        </p:blipFill>
        <p:spPr>
          <a:xfrm>
            <a:off x="4169457" y="4508391"/>
            <a:ext cx="55085" cy="72933"/>
          </a:xfrm>
          <a:prstGeom prst="rect">
            <a:avLst/>
          </a:prstGeom>
        </p:spPr>
      </p:pic>
      <p:pic>
        <p:nvPicPr>
          <p:cNvPr id="274" name="Image 269" descr="preencoded.png">    </p:cNvPr>
          <p:cNvPicPr>
            <a:picLocks noChangeAspect="1"/>
          </p:cNvPicPr>
          <p:nvPr/>
        </p:nvPicPr>
        <p:blipFill>
          <a:blip r:embed="rId270"/>
          <a:srcRect l="0" r="2" t="0" b="0"/>
          <a:stretch/>
        </p:blipFill>
        <p:spPr>
          <a:xfrm>
            <a:off x="4197297" y="4643094"/>
            <a:ext cx="105845" cy="32032"/>
          </a:xfrm>
          <a:prstGeom prst="rect">
            <a:avLst/>
          </a:prstGeom>
        </p:spPr>
      </p:pic>
      <p:pic>
        <p:nvPicPr>
          <p:cNvPr id="275" name="Image 270" descr="preencoded.png">    </p:cNvPr>
          <p:cNvPicPr>
            <a:picLocks noChangeAspect="1"/>
          </p:cNvPicPr>
          <p:nvPr/>
        </p:nvPicPr>
        <p:blipFill>
          <a:blip r:embed="rId271"/>
          <a:srcRect l="0" r="0" t="0" b="0"/>
          <a:stretch/>
        </p:blipFill>
        <p:spPr>
          <a:xfrm>
            <a:off x="4073872" y="4495634"/>
            <a:ext cx="243315" cy="176995"/>
          </a:xfrm>
          <a:prstGeom prst="rect">
            <a:avLst/>
          </a:prstGeom>
        </p:spPr>
      </p:pic>
      <p:pic>
        <p:nvPicPr>
          <p:cNvPr id="276" name="Image 271" descr="preencoded.png">    </p:cNvPr>
          <p:cNvPicPr>
            <a:picLocks noChangeAspect="1"/>
          </p:cNvPicPr>
          <p:nvPr/>
        </p:nvPicPr>
        <p:blipFill>
          <a:blip r:embed="rId272"/>
          <a:srcRect l="0" r="0" t="0" b="0"/>
          <a:stretch/>
        </p:blipFill>
        <p:spPr>
          <a:xfrm>
            <a:off x="4176080" y="4511441"/>
            <a:ext cx="36872" cy="49084"/>
          </a:xfrm>
          <a:prstGeom prst="rect">
            <a:avLst/>
          </a:prstGeom>
        </p:spPr>
      </p:pic>
      <p:pic>
        <p:nvPicPr>
          <p:cNvPr id="277" name="Image 272" descr="preencoded.png">    </p:cNvPr>
          <p:cNvPicPr>
            <a:picLocks noChangeAspect="1"/>
          </p:cNvPicPr>
          <p:nvPr/>
        </p:nvPicPr>
        <p:blipFill>
          <a:blip r:embed="rId273"/>
          <a:srcRect l="0" r="0" t="0" b="0"/>
          <a:stretch/>
        </p:blipFill>
        <p:spPr>
          <a:xfrm>
            <a:off x="4177633" y="4509778"/>
            <a:ext cx="36872" cy="49084"/>
          </a:xfrm>
          <a:prstGeom prst="rect">
            <a:avLst/>
          </a:prstGeom>
        </p:spPr>
      </p:pic>
      <p:pic>
        <p:nvPicPr>
          <p:cNvPr id="278" name="Image 273" descr="preencoded.png">    </p:cNvPr>
          <p:cNvPicPr>
            <a:picLocks noChangeAspect="1"/>
          </p:cNvPicPr>
          <p:nvPr/>
        </p:nvPicPr>
        <p:blipFill>
          <a:blip r:embed="rId274"/>
          <a:srcRect l="0" r="1" t="0" b="0"/>
          <a:stretch/>
        </p:blipFill>
        <p:spPr>
          <a:xfrm>
            <a:off x="4180824" y="4584811"/>
            <a:ext cx="88395" cy="32027"/>
          </a:xfrm>
          <a:prstGeom prst="rect">
            <a:avLst/>
          </a:prstGeom>
        </p:spPr>
      </p:pic>
      <p:pic>
        <p:nvPicPr>
          <p:cNvPr id="279" name="Image 274" descr="preencoded.png">    </p:cNvPr>
          <p:cNvPicPr>
            <a:picLocks noChangeAspect="1"/>
          </p:cNvPicPr>
          <p:nvPr/>
        </p:nvPicPr>
        <p:blipFill>
          <a:blip r:embed="rId275"/>
          <a:srcRect l="0" r="1" t="0" b="0"/>
          <a:stretch/>
        </p:blipFill>
        <p:spPr>
          <a:xfrm>
            <a:off x="4180824" y="4581483"/>
            <a:ext cx="88395" cy="32027"/>
          </a:xfrm>
          <a:prstGeom prst="rect">
            <a:avLst/>
          </a:prstGeom>
        </p:spPr>
      </p:pic>
      <p:pic>
        <p:nvPicPr>
          <p:cNvPr id="280" name="Image 275" descr="preencoded.png">    </p:cNvPr>
          <p:cNvPicPr>
            <a:picLocks noChangeAspect="1"/>
          </p:cNvPicPr>
          <p:nvPr/>
        </p:nvPicPr>
        <p:blipFill>
          <a:blip r:embed="rId276"/>
          <a:srcRect l="0" r="1" t="0" b="0"/>
          <a:stretch/>
        </p:blipFill>
        <p:spPr>
          <a:xfrm>
            <a:off x="4180824" y="4583147"/>
            <a:ext cx="88395" cy="32027"/>
          </a:xfrm>
          <a:prstGeom prst="rect">
            <a:avLst/>
          </a:prstGeom>
        </p:spPr>
      </p:pic>
      <p:pic>
        <p:nvPicPr>
          <p:cNvPr id="281" name="Image 276" descr="preencoded.png">    </p:cNvPr>
          <p:cNvPicPr>
            <a:picLocks noChangeAspect="1"/>
          </p:cNvPicPr>
          <p:nvPr/>
        </p:nvPicPr>
        <p:blipFill>
          <a:blip r:embed="rId277"/>
          <a:srcRect l="0" r="0" t="0" b="0"/>
          <a:stretch/>
        </p:blipFill>
        <p:spPr>
          <a:xfrm>
            <a:off x="4251843" y="4597025"/>
            <a:ext cx="7916" cy="8527"/>
          </a:xfrm>
          <a:prstGeom prst="rect">
            <a:avLst/>
          </a:prstGeom>
        </p:spPr>
      </p:pic>
      <p:pic>
        <p:nvPicPr>
          <p:cNvPr id="282" name="Image 277" descr="preencoded.png">    </p:cNvPr>
          <p:cNvPicPr>
            <a:picLocks noChangeAspect="1"/>
          </p:cNvPicPr>
          <p:nvPr/>
        </p:nvPicPr>
        <p:blipFill>
          <a:blip r:embed="rId278"/>
          <a:srcRect l="0" r="0" t="0" b="0"/>
          <a:stretch/>
        </p:blipFill>
        <p:spPr>
          <a:xfrm>
            <a:off x="4265256" y="4626871"/>
            <a:ext cx="7916" cy="8527"/>
          </a:xfrm>
          <a:prstGeom prst="rect">
            <a:avLst/>
          </a:prstGeom>
        </p:spPr>
      </p:pic>
      <p:pic>
        <p:nvPicPr>
          <p:cNvPr id="283" name="Image 278" descr="preencoded.png">    </p:cNvPr>
          <p:cNvPicPr>
            <a:picLocks noChangeAspect="1"/>
          </p:cNvPicPr>
          <p:nvPr/>
        </p:nvPicPr>
        <p:blipFill>
          <a:blip r:embed="rId279"/>
          <a:srcRect l="0" r="0" t="0" b="0"/>
          <a:stretch/>
        </p:blipFill>
        <p:spPr>
          <a:xfrm>
            <a:off x="4220580" y="4605553"/>
            <a:ext cx="7916" cy="8527"/>
          </a:xfrm>
          <a:prstGeom prst="rect">
            <a:avLst/>
          </a:prstGeom>
        </p:spPr>
      </p:pic>
      <p:pic>
        <p:nvPicPr>
          <p:cNvPr id="284" name="Image 279" descr="preencoded.png">    </p:cNvPr>
          <p:cNvPicPr>
            <a:picLocks noChangeAspect="1"/>
          </p:cNvPicPr>
          <p:nvPr/>
        </p:nvPicPr>
        <p:blipFill>
          <a:blip r:embed="rId280"/>
          <a:srcRect l="0" r="0" t="0" b="0"/>
          <a:stretch/>
        </p:blipFill>
        <p:spPr>
          <a:xfrm>
            <a:off x="4236597" y="4636751"/>
            <a:ext cx="7916" cy="8527"/>
          </a:xfrm>
          <a:prstGeom prst="rect">
            <a:avLst/>
          </a:prstGeom>
        </p:spPr>
      </p:pic>
      <p:pic>
        <p:nvPicPr>
          <p:cNvPr id="285" name="Image 280" descr="preencoded.png">    </p:cNvPr>
          <p:cNvPicPr>
            <a:picLocks noChangeAspect="1"/>
          </p:cNvPicPr>
          <p:nvPr/>
        </p:nvPicPr>
        <p:blipFill>
          <a:blip r:embed="rId281"/>
          <a:srcRect l="0" r="0" t="0" b="0"/>
          <a:stretch/>
        </p:blipFill>
        <p:spPr>
          <a:xfrm>
            <a:off x="4241750" y="4564164"/>
            <a:ext cx="7916" cy="8527"/>
          </a:xfrm>
          <a:prstGeom prst="rect">
            <a:avLst/>
          </a:prstGeom>
        </p:spPr>
      </p:pic>
      <p:pic>
        <p:nvPicPr>
          <p:cNvPr id="286" name="Image 281" descr="preencoded.png">    </p:cNvPr>
          <p:cNvPicPr>
            <a:picLocks noChangeAspect="1"/>
          </p:cNvPicPr>
          <p:nvPr/>
        </p:nvPicPr>
        <p:blipFill>
          <a:blip r:embed="rId282"/>
          <a:srcRect l="0" r="8" t="0" b="0"/>
          <a:stretch/>
        </p:blipFill>
        <p:spPr>
          <a:xfrm>
            <a:off x="4186879" y="4614080"/>
            <a:ext cx="12948" cy="49207"/>
          </a:xfrm>
          <a:prstGeom prst="rect">
            <a:avLst/>
          </a:prstGeom>
        </p:spPr>
      </p:pic>
      <p:pic>
        <p:nvPicPr>
          <p:cNvPr id="287" name="Image 282" descr="preencoded.png">    </p:cNvPr>
          <p:cNvPicPr>
            <a:picLocks noChangeAspect="1"/>
          </p:cNvPicPr>
          <p:nvPr/>
        </p:nvPicPr>
        <p:blipFill>
          <a:blip r:embed="rId283"/>
          <a:srcRect l="0" r="0" t="0" b="0"/>
          <a:stretch/>
        </p:blipFill>
        <p:spPr>
          <a:xfrm>
            <a:off x="4213250" y="4614058"/>
            <a:ext cx="20948" cy="43179"/>
          </a:xfrm>
          <a:prstGeom prst="rect">
            <a:avLst/>
          </a:prstGeom>
        </p:spPr>
      </p:pic>
      <p:pic>
        <p:nvPicPr>
          <p:cNvPr id="288" name="Image 283" descr="preencoded.png">    </p:cNvPr>
          <p:cNvPicPr>
            <a:picLocks noChangeAspect="1"/>
          </p:cNvPicPr>
          <p:nvPr/>
        </p:nvPicPr>
        <p:blipFill>
          <a:blip r:embed="rId284"/>
          <a:srcRect l="0" r="0" t="0" b="0"/>
          <a:stretch/>
        </p:blipFill>
        <p:spPr>
          <a:xfrm>
            <a:off x="4265256" y="4609816"/>
            <a:ext cx="18929" cy="24542"/>
          </a:xfrm>
          <a:prstGeom prst="rect">
            <a:avLst/>
          </a:prstGeom>
        </p:spPr>
      </p:pic>
      <p:pic>
        <p:nvPicPr>
          <p:cNvPr id="289" name="Image 284" descr="preencoded.png">    </p:cNvPr>
          <p:cNvPicPr>
            <a:picLocks noChangeAspect="1"/>
          </p:cNvPicPr>
          <p:nvPr/>
        </p:nvPicPr>
        <p:blipFill>
          <a:blip r:embed="rId285"/>
          <a:srcRect l="0" r="3" t="0" b="0"/>
          <a:stretch/>
        </p:blipFill>
        <p:spPr>
          <a:xfrm>
            <a:off x="4157560" y="4579035"/>
            <a:ext cx="32472" cy="17994"/>
          </a:xfrm>
          <a:prstGeom prst="rect">
            <a:avLst/>
          </a:prstGeom>
        </p:spPr>
      </p:pic>
      <p:pic>
        <p:nvPicPr>
          <p:cNvPr id="290" name="Image 285" descr="preencoded.png">    </p:cNvPr>
          <p:cNvPicPr>
            <a:picLocks noChangeAspect="1"/>
          </p:cNvPicPr>
          <p:nvPr/>
        </p:nvPicPr>
        <p:blipFill>
          <a:blip r:embed="rId286"/>
          <a:srcRect l="0" r="-55" t="0" b="0"/>
          <a:stretch/>
        </p:blipFill>
        <p:spPr>
          <a:xfrm>
            <a:off x="4192116" y="4587771"/>
            <a:ext cx="7237" cy="4992"/>
          </a:xfrm>
          <a:prstGeom prst="rect">
            <a:avLst/>
          </a:prstGeom>
        </p:spPr>
      </p:pic>
      <p:pic>
        <p:nvPicPr>
          <p:cNvPr id="291" name="Image 286" descr="preencoded.png">    </p:cNvPr>
          <p:cNvPicPr>
            <a:picLocks noChangeAspect="1"/>
          </p:cNvPicPr>
          <p:nvPr/>
        </p:nvPicPr>
        <p:blipFill>
          <a:blip r:embed="rId287"/>
          <a:srcRect l="0" r="0" t="0" b="0"/>
          <a:stretch/>
        </p:blipFill>
        <p:spPr>
          <a:xfrm>
            <a:off x="4118372" y="4586730"/>
            <a:ext cx="72507" cy="44349"/>
          </a:xfrm>
          <a:prstGeom prst="rect">
            <a:avLst/>
          </a:prstGeom>
        </p:spPr>
      </p:pic>
      <p:pic>
        <p:nvPicPr>
          <p:cNvPr id="292" name="Image 287" descr="preencoded.png">    </p:cNvPr>
          <p:cNvPicPr>
            <a:picLocks noChangeAspect="1"/>
          </p:cNvPicPr>
          <p:nvPr/>
        </p:nvPicPr>
        <p:blipFill>
          <a:blip r:embed="rId288"/>
          <a:srcRect l="0" r="6" t="0" b="0"/>
          <a:stretch/>
        </p:blipFill>
        <p:spPr>
          <a:xfrm>
            <a:off x="4259768" y="4661821"/>
            <a:ext cx="67605" cy="9837"/>
          </a:xfrm>
          <a:prstGeom prst="rect">
            <a:avLst/>
          </a:prstGeom>
        </p:spPr>
      </p:pic>
      <p:pic>
        <p:nvPicPr>
          <p:cNvPr id="293" name="Image 288" descr="preencoded.png">    </p:cNvPr>
          <p:cNvPicPr>
            <a:picLocks noChangeAspect="1"/>
          </p:cNvPicPr>
          <p:nvPr/>
        </p:nvPicPr>
        <p:blipFill>
          <a:blip r:embed="rId289"/>
          <a:srcRect l="0" r="13" t="0" b="0"/>
          <a:stretch/>
        </p:blipFill>
        <p:spPr>
          <a:xfrm>
            <a:off x="4234039" y="4680531"/>
            <a:ext cx="15618" cy="18512"/>
          </a:xfrm>
          <a:prstGeom prst="rect">
            <a:avLst/>
          </a:prstGeom>
        </p:spPr>
      </p:pic>
      <p:pic>
        <p:nvPicPr>
          <p:cNvPr id="294" name="Image 289" descr="preencoded.png">    </p:cNvPr>
          <p:cNvPicPr>
            <a:picLocks noChangeAspect="1"/>
          </p:cNvPicPr>
          <p:nvPr/>
        </p:nvPicPr>
        <p:blipFill>
          <a:blip r:embed="rId290"/>
          <a:srcRect l="0" r="4" t="0" b="0"/>
          <a:stretch/>
        </p:blipFill>
        <p:spPr>
          <a:xfrm>
            <a:off x="4051436" y="4558861"/>
            <a:ext cx="81204" cy="60315"/>
          </a:xfrm>
          <a:prstGeom prst="rect">
            <a:avLst/>
          </a:prstGeom>
        </p:spPr>
      </p:pic>
      <p:pic>
        <p:nvPicPr>
          <p:cNvPr id="295" name="Image 290" descr="preencoded.png">    </p:cNvPr>
          <p:cNvPicPr>
            <a:picLocks noChangeAspect="1"/>
          </p:cNvPicPr>
          <p:nvPr/>
        </p:nvPicPr>
        <p:blipFill>
          <a:blip r:embed="rId291"/>
          <a:srcRect l="0" r="0" t="0" b="0"/>
          <a:stretch/>
        </p:blipFill>
        <p:spPr>
          <a:xfrm>
            <a:off x="4089378" y="4575416"/>
            <a:ext cx="23803" cy="32239"/>
          </a:xfrm>
          <a:prstGeom prst="rect">
            <a:avLst/>
          </a:prstGeom>
        </p:spPr>
      </p:pic>
      <p:pic>
        <p:nvPicPr>
          <p:cNvPr id="296" name="Image 291" descr="preencoded.png">    </p:cNvPr>
          <p:cNvPicPr>
            <a:picLocks noChangeAspect="1"/>
          </p:cNvPicPr>
          <p:nvPr/>
        </p:nvPicPr>
        <p:blipFill>
          <a:blip r:embed="rId292"/>
          <a:srcRect l="0" r="0" t="0" b="0"/>
          <a:stretch/>
        </p:blipFill>
        <p:spPr>
          <a:xfrm>
            <a:off x="4089378" y="4575416"/>
            <a:ext cx="23803" cy="32239"/>
          </a:xfrm>
          <a:prstGeom prst="rect">
            <a:avLst/>
          </a:prstGeom>
        </p:spPr>
      </p:pic>
      <p:pic>
        <p:nvPicPr>
          <p:cNvPr id="297" name="Image 292" descr="preencoded.png">    </p:cNvPr>
          <p:cNvPicPr>
            <a:picLocks noChangeAspect="1"/>
          </p:cNvPicPr>
          <p:nvPr/>
        </p:nvPicPr>
        <p:blipFill>
          <a:blip r:embed="rId293"/>
          <a:srcRect l="0" r="0" t="0" b="0"/>
          <a:stretch/>
        </p:blipFill>
        <p:spPr>
          <a:xfrm>
            <a:off x="4090755" y="4597025"/>
            <a:ext cx="7916" cy="8527"/>
          </a:xfrm>
          <a:prstGeom prst="rect">
            <a:avLst/>
          </a:prstGeom>
        </p:spPr>
      </p:pic>
      <p:pic>
        <p:nvPicPr>
          <p:cNvPr id="298" name="Image 293" descr="preencoded.png">    </p:cNvPr>
          <p:cNvPicPr>
            <a:picLocks noChangeAspect="1"/>
          </p:cNvPicPr>
          <p:nvPr/>
        </p:nvPicPr>
        <p:blipFill>
          <a:blip r:embed="rId294"/>
          <a:srcRect l="0" r="1" t="0" b="0"/>
          <a:stretch/>
        </p:blipFill>
        <p:spPr>
          <a:xfrm>
            <a:off x="4094252" y="4401632"/>
            <a:ext cx="130373" cy="237802"/>
          </a:xfrm>
          <a:prstGeom prst="rect">
            <a:avLst/>
          </a:prstGeom>
        </p:spPr>
      </p:pic>
      <p:pic>
        <p:nvPicPr>
          <p:cNvPr id="299" name="Image 294" descr="preencoded.png">    </p:cNvPr>
          <p:cNvPicPr>
            <a:picLocks noChangeAspect="1"/>
          </p:cNvPicPr>
          <p:nvPr/>
        </p:nvPicPr>
        <p:blipFill>
          <a:blip r:embed="rId295"/>
          <a:srcRect l="0" r="1" t="0" b="0"/>
          <a:stretch/>
        </p:blipFill>
        <p:spPr>
          <a:xfrm>
            <a:off x="4092708" y="4400801"/>
            <a:ext cx="130373" cy="237802"/>
          </a:xfrm>
          <a:prstGeom prst="rect">
            <a:avLst/>
          </a:prstGeom>
        </p:spPr>
      </p:pic>
      <p:pic>
        <p:nvPicPr>
          <p:cNvPr id="300" name="Image 295" descr="preencoded.png">    </p:cNvPr>
          <p:cNvPicPr>
            <a:picLocks noChangeAspect="1"/>
          </p:cNvPicPr>
          <p:nvPr/>
        </p:nvPicPr>
        <p:blipFill>
          <a:blip r:embed="rId296"/>
          <a:srcRect l="0" r="8" t="0" b="0"/>
          <a:stretch/>
        </p:blipFill>
        <p:spPr>
          <a:xfrm>
            <a:off x="4199316" y="4500245"/>
            <a:ext cx="25440" cy="47946"/>
          </a:xfrm>
          <a:prstGeom prst="rect">
            <a:avLst/>
          </a:prstGeom>
        </p:spPr>
      </p:pic>
      <p:pic>
        <p:nvPicPr>
          <p:cNvPr id="301" name="Image 296" descr="preencoded.png">    </p:cNvPr>
          <p:cNvPicPr>
            <a:picLocks noChangeAspect="1"/>
          </p:cNvPicPr>
          <p:nvPr/>
        </p:nvPicPr>
        <p:blipFill>
          <a:blip r:embed="rId297"/>
          <a:srcRect l="0" r="10" t="0" b="-1"/>
          <a:stretch/>
        </p:blipFill>
        <p:spPr>
          <a:xfrm>
            <a:off x="4206850" y="4506806"/>
            <a:ext cx="39616" cy="81589"/>
          </a:xfrm>
          <a:prstGeom prst="rect">
            <a:avLst/>
          </a:prstGeom>
        </p:spPr>
      </p:pic>
      <p:pic>
        <p:nvPicPr>
          <p:cNvPr id="302" name="Image 297" descr="preencoded.png">    </p:cNvPr>
          <p:cNvPicPr>
            <a:picLocks noChangeAspect="1"/>
          </p:cNvPicPr>
          <p:nvPr/>
        </p:nvPicPr>
        <p:blipFill>
          <a:blip r:embed="rId298"/>
          <a:srcRect l="0" r="10" t="0" b="0"/>
          <a:stretch/>
        </p:blipFill>
        <p:spPr>
          <a:xfrm>
            <a:off x="4206087" y="4505142"/>
            <a:ext cx="39616" cy="81588"/>
          </a:xfrm>
          <a:prstGeom prst="rect">
            <a:avLst/>
          </a:prstGeom>
        </p:spPr>
      </p:pic>
      <p:pic>
        <p:nvPicPr>
          <p:cNvPr id="303" name="Image 298" descr="preencoded.png">    </p:cNvPr>
          <p:cNvPicPr>
            <a:picLocks noChangeAspect="1"/>
          </p:cNvPicPr>
          <p:nvPr/>
        </p:nvPicPr>
        <p:blipFill>
          <a:blip r:embed="rId299"/>
          <a:srcRect l="0" r="5027" t="0" b="3524"/>
          <a:stretch/>
        </p:blipFill>
        <p:spPr>
          <a:xfrm>
            <a:off x="4224455" y="4488587"/>
            <a:ext cx="36705" cy="57355"/>
          </a:xfrm>
          <a:prstGeom prst="rect">
            <a:avLst/>
          </a:prstGeom>
        </p:spPr>
      </p:pic>
      <p:pic>
        <p:nvPicPr>
          <p:cNvPr id="304" name="Image 299" descr="preencoded.png">    </p:cNvPr>
          <p:cNvPicPr>
            <a:picLocks noChangeAspect="1"/>
          </p:cNvPicPr>
          <p:nvPr/>
        </p:nvPicPr>
        <p:blipFill>
          <a:blip r:embed="rId300"/>
          <a:srcRect l="0" r="5027" t="0" b="3524"/>
          <a:stretch/>
        </p:blipFill>
        <p:spPr>
          <a:xfrm>
            <a:off x="4225292" y="4488587"/>
            <a:ext cx="36705" cy="57355"/>
          </a:xfrm>
          <a:prstGeom prst="rect">
            <a:avLst/>
          </a:prstGeom>
        </p:spPr>
      </p:pic>
      <p:pic>
        <p:nvPicPr>
          <p:cNvPr id="305" name="Image 300" descr="preencoded.png">    </p:cNvPr>
          <p:cNvPicPr>
            <a:picLocks noChangeAspect="1"/>
          </p:cNvPicPr>
          <p:nvPr/>
        </p:nvPicPr>
        <p:blipFill>
          <a:blip r:embed="rId301"/>
          <a:srcRect l="0" r="-27" t="0" b="0"/>
          <a:stretch/>
        </p:blipFill>
        <p:spPr>
          <a:xfrm>
            <a:off x="4244625" y="4503788"/>
            <a:ext cx="7469" cy="8045"/>
          </a:xfrm>
          <a:prstGeom prst="rect">
            <a:avLst/>
          </a:prstGeom>
        </p:spPr>
      </p:pic>
      <p:pic>
        <p:nvPicPr>
          <p:cNvPr id="306" name="Image 301" descr="preencoded.png">    </p:cNvPr>
          <p:cNvPicPr>
            <a:picLocks noChangeAspect="1"/>
          </p:cNvPicPr>
          <p:nvPr/>
        </p:nvPicPr>
        <p:blipFill>
          <a:blip r:embed="rId302"/>
          <a:srcRect l="0" r="6" t="0" b="0"/>
          <a:stretch/>
        </p:blipFill>
        <p:spPr>
          <a:xfrm>
            <a:off x="4238132" y="4513729"/>
            <a:ext cx="35040" cy="76537"/>
          </a:xfrm>
          <a:prstGeom prst="rect">
            <a:avLst/>
          </a:prstGeom>
        </p:spPr>
      </p:pic>
      <p:pic>
        <p:nvPicPr>
          <p:cNvPr id="307" name="Image 302" descr="preencoded.png">    </p:cNvPr>
          <p:cNvPicPr>
            <a:picLocks noChangeAspect="1"/>
          </p:cNvPicPr>
          <p:nvPr/>
        </p:nvPicPr>
        <p:blipFill>
          <a:blip r:embed="rId303"/>
          <a:srcRect l="0" r="6" t="0" b="0"/>
          <a:stretch/>
        </p:blipFill>
        <p:spPr>
          <a:xfrm>
            <a:off x="4255033" y="4560525"/>
            <a:ext cx="31859" cy="57819"/>
          </a:xfrm>
          <a:prstGeom prst="rect">
            <a:avLst/>
          </a:prstGeom>
        </p:spPr>
      </p:pic>
      <p:pic>
        <p:nvPicPr>
          <p:cNvPr id="308" name="Image 303" descr="preencoded.png">    </p:cNvPr>
          <p:cNvPicPr>
            <a:picLocks noChangeAspect="1"/>
          </p:cNvPicPr>
          <p:nvPr/>
        </p:nvPicPr>
        <p:blipFill>
          <a:blip r:embed="rId304"/>
          <a:srcRect l="0" r="13" t="0" b="0"/>
          <a:stretch/>
        </p:blipFill>
        <p:spPr>
          <a:xfrm>
            <a:off x="4257219" y="4574402"/>
            <a:ext cx="15943" cy="15865"/>
          </a:xfrm>
          <a:prstGeom prst="rect">
            <a:avLst/>
          </a:prstGeom>
        </p:spPr>
      </p:pic>
      <p:pic>
        <p:nvPicPr>
          <p:cNvPr id="309" name="Image 304" descr="preencoded.png">    </p:cNvPr>
          <p:cNvPicPr>
            <a:picLocks noChangeAspect="1"/>
          </p:cNvPicPr>
          <p:nvPr/>
        </p:nvPicPr>
        <p:blipFill>
          <a:blip r:embed="rId305"/>
          <a:srcRect l="0" r="6" t="0" b="0"/>
          <a:stretch/>
        </p:blipFill>
        <p:spPr>
          <a:xfrm>
            <a:off x="4255805" y="4558861"/>
            <a:ext cx="31859" cy="57819"/>
          </a:xfrm>
          <a:prstGeom prst="rect">
            <a:avLst/>
          </a:prstGeom>
        </p:spPr>
      </p:pic>
      <p:pic>
        <p:nvPicPr>
          <p:cNvPr id="310" name="Image 305" descr="preencoded.png">    </p:cNvPr>
          <p:cNvPicPr>
            <a:picLocks noChangeAspect="1"/>
          </p:cNvPicPr>
          <p:nvPr/>
        </p:nvPicPr>
        <p:blipFill>
          <a:blip r:embed="rId306"/>
          <a:srcRect l="0" r="0" t="0" b="0"/>
          <a:stretch/>
        </p:blipFill>
        <p:spPr>
          <a:xfrm>
            <a:off x="4210543" y="4573732"/>
            <a:ext cx="7916" cy="8527"/>
          </a:xfrm>
          <a:prstGeom prst="rect">
            <a:avLst/>
          </a:prstGeom>
        </p:spPr>
      </p:pic>
      <p:pic>
        <p:nvPicPr>
          <p:cNvPr id="311" name="Image 306" descr="preencoded.png">    </p:cNvPr>
          <p:cNvPicPr>
            <a:picLocks noChangeAspect="1"/>
          </p:cNvPicPr>
          <p:nvPr/>
        </p:nvPicPr>
        <p:blipFill>
          <a:blip r:embed="rId307"/>
          <a:srcRect l="0" r="0" t="0" b="0"/>
          <a:stretch/>
        </p:blipFill>
        <p:spPr>
          <a:xfrm>
            <a:off x="4102782" y="4420625"/>
            <a:ext cx="119853" cy="218292"/>
          </a:xfrm>
          <a:prstGeom prst="rect">
            <a:avLst/>
          </a:prstGeom>
        </p:spPr>
      </p:pic>
      <p:pic>
        <p:nvPicPr>
          <p:cNvPr id="312" name="Image 307" descr="preencoded.png">    </p:cNvPr>
          <p:cNvPicPr>
            <a:picLocks noChangeAspect="1"/>
          </p:cNvPicPr>
          <p:nvPr/>
        </p:nvPicPr>
        <p:blipFill>
          <a:blip r:embed="rId308"/>
          <a:srcRect l="0" r="0" t="0" b="0"/>
          <a:stretch/>
        </p:blipFill>
        <p:spPr>
          <a:xfrm>
            <a:off x="4595059" y="4220968"/>
            <a:ext cx="126588" cy="357568"/>
          </a:xfrm>
          <a:prstGeom prst="rect">
            <a:avLst/>
          </a:prstGeom>
        </p:spPr>
      </p:pic>
      <p:pic>
        <p:nvPicPr>
          <p:cNvPr id="313" name="Image 308" descr="preencoded.png">    </p:cNvPr>
          <p:cNvPicPr>
            <a:picLocks noChangeAspect="1"/>
          </p:cNvPicPr>
          <p:nvPr/>
        </p:nvPicPr>
        <p:blipFill>
          <a:blip r:embed="rId309"/>
          <a:srcRect l="0" r="0" t="0" b="0"/>
          <a:stretch/>
        </p:blipFill>
        <p:spPr>
          <a:xfrm>
            <a:off x="4637150" y="4254977"/>
            <a:ext cx="44155" cy="58971"/>
          </a:xfrm>
          <a:prstGeom prst="rect">
            <a:avLst/>
          </a:prstGeom>
        </p:spPr>
      </p:pic>
      <p:pic>
        <p:nvPicPr>
          <p:cNvPr id="314" name="Image 309" descr="preencoded.png">    </p:cNvPr>
          <p:cNvPicPr>
            <a:picLocks noChangeAspect="1"/>
          </p:cNvPicPr>
          <p:nvPr/>
        </p:nvPicPr>
        <p:blipFill>
          <a:blip r:embed="rId310"/>
          <a:srcRect l="0" r="-11" t="0" b="0"/>
          <a:stretch/>
        </p:blipFill>
        <p:spPr>
          <a:xfrm>
            <a:off x="4644414" y="4254977"/>
            <a:ext cx="18845" cy="15518"/>
          </a:xfrm>
          <a:prstGeom prst="rect">
            <a:avLst/>
          </a:prstGeom>
        </p:spPr>
      </p:pic>
      <p:pic>
        <p:nvPicPr>
          <p:cNvPr id="315" name="Image 310" descr="preencoded.png">    </p:cNvPr>
          <p:cNvPicPr>
            <a:picLocks noChangeAspect="1"/>
          </p:cNvPicPr>
          <p:nvPr/>
        </p:nvPicPr>
        <p:blipFill>
          <a:blip r:embed="rId311"/>
          <a:srcRect l="0" r="0" t="0" b="0"/>
          <a:stretch/>
        </p:blipFill>
        <p:spPr>
          <a:xfrm>
            <a:off x="4639959" y="4236609"/>
            <a:ext cx="30631" cy="32999"/>
          </a:xfrm>
          <a:prstGeom prst="rect">
            <a:avLst/>
          </a:prstGeom>
        </p:spPr>
      </p:pic>
      <p:pic>
        <p:nvPicPr>
          <p:cNvPr id="316" name="Image 311" descr="preencoded.png">    </p:cNvPr>
          <p:cNvPicPr>
            <a:picLocks noChangeAspect="1"/>
          </p:cNvPicPr>
          <p:nvPr/>
        </p:nvPicPr>
        <p:blipFill>
          <a:blip r:embed="rId312"/>
          <a:srcRect l="0" r="0" t="0" b="0"/>
          <a:stretch/>
        </p:blipFill>
        <p:spPr>
          <a:xfrm>
            <a:off x="4639931" y="4236609"/>
            <a:ext cx="28668" cy="26554"/>
          </a:xfrm>
          <a:prstGeom prst="rect">
            <a:avLst/>
          </a:prstGeom>
        </p:spPr>
      </p:pic>
      <p:pic>
        <p:nvPicPr>
          <p:cNvPr id="317" name="Image 312" descr="preencoded.png">    </p:cNvPr>
          <p:cNvPicPr>
            <a:picLocks noChangeAspect="1"/>
          </p:cNvPicPr>
          <p:nvPr/>
        </p:nvPicPr>
        <p:blipFill>
          <a:blip r:embed="rId313"/>
          <a:srcRect l="0" r="0" t="0" b="0"/>
          <a:stretch/>
        </p:blipFill>
        <p:spPr>
          <a:xfrm>
            <a:off x="4631336" y="4222174"/>
            <a:ext cx="39700" cy="41710"/>
          </a:xfrm>
          <a:prstGeom prst="rect">
            <a:avLst/>
          </a:prstGeom>
        </p:spPr>
      </p:pic>
      <p:pic>
        <p:nvPicPr>
          <p:cNvPr id="318" name="Image 313" descr="preencoded.png">    </p:cNvPr>
          <p:cNvPicPr>
            <a:picLocks noChangeAspect="1"/>
          </p:cNvPicPr>
          <p:nvPr/>
        </p:nvPicPr>
        <p:blipFill>
          <a:blip r:embed="rId314"/>
          <a:srcRect l="0" r="-42" t="0" b="0"/>
          <a:stretch/>
        </p:blipFill>
        <p:spPr>
          <a:xfrm>
            <a:off x="4632536" y="4253489"/>
            <a:ext cx="4809" cy="6357"/>
          </a:xfrm>
          <a:prstGeom prst="rect">
            <a:avLst/>
          </a:prstGeom>
        </p:spPr>
      </p:pic>
      <p:pic>
        <p:nvPicPr>
          <p:cNvPr id="319" name="Image 314" descr="preencoded.png">    </p:cNvPr>
          <p:cNvPicPr>
            <a:picLocks noChangeAspect="1"/>
          </p:cNvPicPr>
          <p:nvPr/>
        </p:nvPicPr>
        <p:blipFill>
          <a:blip r:embed="rId315"/>
          <a:srcRect l="0" r="-480" t="0" b="0"/>
          <a:stretch/>
        </p:blipFill>
        <p:spPr>
          <a:xfrm>
            <a:off x="4665976" y="4224467"/>
            <a:ext cx="837" cy="3427"/>
          </a:xfrm>
          <a:prstGeom prst="rect">
            <a:avLst/>
          </a:prstGeom>
        </p:spPr>
      </p:pic>
      <p:pic>
        <p:nvPicPr>
          <p:cNvPr id="320" name="Image 315" descr="preencoded.png">    </p:cNvPr>
          <p:cNvPicPr>
            <a:picLocks noChangeAspect="1"/>
          </p:cNvPicPr>
          <p:nvPr/>
        </p:nvPicPr>
        <p:blipFill>
          <a:blip r:embed="rId316"/>
          <a:srcRect l="0" r="0" t="0" b="0"/>
          <a:stretch/>
        </p:blipFill>
        <p:spPr>
          <a:xfrm>
            <a:off x="4637559" y="4235783"/>
            <a:ext cx="19971" cy="28101"/>
          </a:xfrm>
          <a:prstGeom prst="rect">
            <a:avLst/>
          </a:prstGeom>
        </p:spPr>
      </p:pic>
      <p:pic>
        <p:nvPicPr>
          <p:cNvPr id="321" name="Image 316" descr="preencoded.png">    </p:cNvPr>
          <p:cNvPicPr>
            <a:picLocks noChangeAspect="1"/>
          </p:cNvPicPr>
          <p:nvPr/>
        </p:nvPicPr>
        <p:blipFill>
          <a:blip r:embed="rId317"/>
          <a:srcRect l="0" r="15" t="0" b="0"/>
          <a:stretch/>
        </p:blipFill>
        <p:spPr>
          <a:xfrm>
            <a:off x="4658116" y="4232486"/>
            <a:ext cx="12911" cy="13599"/>
          </a:xfrm>
          <a:prstGeom prst="rect">
            <a:avLst/>
          </a:prstGeom>
        </p:spPr>
      </p:pic>
      <p:pic>
        <p:nvPicPr>
          <p:cNvPr id="322" name="Image 317" descr="preencoded.png">    </p:cNvPr>
          <p:cNvPicPr>
            <a:picLocks noChangeAspect="1"/>
          </p:cNvPicPr>
          <p:nvPr/>
        </p:nvPicPr>
        <p:blipFill>
          <a:blip r:embed="rId318"/>
          <a:srcRect l="0" r="3885" t="0" b="2727"/>
          <a:stretch/>
        </p:blipFill>
        <p:spPr>
          <a:xfrm>
            <a:off x="4631903" y="4241856"/>
            <a:ext cx="15785" cy="24574"/>
          </a:xfrm>
          <a:prstGeom prst="rect">
            <a:avLst/>
          </a:prstGeom>
        </p:spPr>
      </p:pic>
      <p:pic>
        <p:nvPicPr>
          <p:cNvPr id="323" name="Image 318" descr="preencoded.png">    </p:cNvPr>
          <p:cNvPicPr>
            <a:picLocks noChangeAspect="1"/>
          </p:cNvPicPr>
          <p:nvPr/>
        </p:nvPicPr>
        <p:blipFill>
          <a:blip r:embed="rId319"/>
          <a:srcRect l="0" r="3885" t="0" b="2727"/>
          <a:stretch/>
        </p:blipFill>
        <p:spPr>
          <a:xfrm>
            <a:off x="4631541" y="4241856"/>
            <a:ext cx="15785" cy="24574"/>
          </a:xfrm>
          <a:prstGeom prst="rect">
            <a:avLst/>
          </a:prstGeom>
        </p:spPr>
      </p:pic>
      <p:pic>
        <p:nvPicPr>
          <p:cNvPr id="324" name="Image 319" descr="preencoded.png">    </p:cNvPr>
          <p:cNvPicPr>
            <a:picLocks noChangeAspect="1"/>
          </p:cNvPicPr>
          <p:nvPr/>
        </p:nvPicPr>
        <p:blipFill>
          <a:blip r:embed="rId320"/>
          <a:srcRect l="0" r="32" t="0" b="29"/>
          <a:stretch/>
        </p:blipFill>
        <p:spPr>
          <a:xfrm>
            <a:off x="4636582" y="4248316"/>
            <a:ext cx="3172" cy="3418"/>
          </a:xfrm>
          <a:prstGeom prst="rect">
            <a:avLst/>
          </a:prstGeom>
        </p:spPr>
      </p:pic>
      <p:pic>
        <p:nvPicPr>
          <p:cNvPr id="325" name="Image 320" descr="preencoded.png">    </p:cNvPr>
          <p:cNvPicPr>
            <a:picLocks noChangeAspect="1"/>
          </p:cNvPicPr>
          <p:nvPr/>
        </p:nvPicPr>
        <p:blipFill>
          <a:blip r:embed="rId321"/>
          <a:srcRect l="0" r="3" t="0" b="0"/>
          <a:stretch/>
        </p:blipFill>
        <p:spPr>
          <a:xfrm>
            <a:off x="4637084" y="4444928"/>
            <a:ext cx="34072" cy="95652"/>
          </a:xfrm>
          <a:prstGeom prst="rect">
            <a:avLst/>
          </a:prstGeom>
        </p:spPr>
      </p:pic>
      <p:pic>
        <p:nvPicPr>
          <p:cNvPr id="326" name="Image 321" descr="preencoded.png">    </p:cNvPr>
          <p:cNvPicPr>
            <a:picLocks noChangeAspect="1"/>
          </p:cNvPicPr>
          <p:nvPr/>
        </p:nvPicPr>
        <p:blipFill>
          <a:blip r:embed="rId322"/>
          <a:srcRect l="0" r="3" t="0" b="0"/>
          <a:stretch/>
        </p:blipFill>
        <p:spPr>
          <a:xfrm>
            <a:off x="4637345" y="4443779"/>
            <a:ext cx="34072" cy="95653"/>
          </a:xfrm>
          <a:prstGeom prst="rect">
            <a:avLst/>
          </a:prstGeom>
        </p:spPr>
      </p:pic>
      <p:pic>
        <p:nvPicPr>
          <p:cNvPr id="327" name="Image 322" descr="preencoded.png">    </p:cNvPr>
          <p:cNvPicPr>
            <a:picLocks noChangeAspect="1"/>
          </p:cNvPicPr>
          <p:nvPr/>
        </p:nvPicPr>
        <p:blipFill>
          <a:blip r:embed="rId323"/>
          <a:srcRect l="0" r="10" t="0" b="0"/>
          <a:stretch/>
        </p:blipFill>
        <p:spPr>
          <a:xfrm>
            <a:off x="4645251" y="4529625"/>
            <a:ext cx="30714" cy="30753"/>
          </a:xfrm>
          <a:prstGeom prst="rect">
            <a:avLst/>
          </a:prstGeom>
        </p:spPr>
      </p:pic>
      <p:pic>
        <p:nvPicPr>
          <p:cNvPr id="328" name="Image 323" descr="preencoded.png">    </p:cNvPr>
          <p:cNvPicPr>
            <a:picLocks noChangeAspect="1"/>
          </p:cNvPicPr>
          <p:nvPr/>
        </p:nvPicPr>
        <p:blipFill>
          <a:blip r:embed="rId324"/>
          <a:srcRect l="0" r="10" t="0" b="0"/>
          <a:stretch/>
        </p:blipFill>
        <p:spPr>
          <a:xfrm>
            <a:off x="4645251" y="4541658"/>
            <a:ext cx="30714" cy="18720"/>
          </a:xfrm>
          <a:prstGeom prst="rect">
            <a:avLst/>
          </a:prstGeom>
        </p:spPr>
      </p:pic>
      <p:pic>
        <p:nvPicPr>
          <p:cNvPr id="329" name="Image 324" descr="preencoded.png">    </p:cNvPr>
          <p:cNvPicPr>
            <a:picLocks noChangeAspect="1"/>
          </p:cNvPicPr>
          <p:nvPr/>
        </p:nvPicPr>
        <p:blipFill>
          <a:blip r:embed="rId325"/>
          <a:srcRect l="0" r="0" t="0" b="0"/>
          <a:stretch/>
        </p:blipFill>
        <p:spPr>
          <a:xfrm>
            <a:off x="4636461" y="4444407"/>
            <a:ext cx="26519" cy="95653"/>
          </a:xfrm>
          <a:prstGeom prst="rect">
            <a:avLst/>
          </a:prstGeom>
        </p:spPr>
      </p:pic>
      <p:pic>
        <p:nvPicPr>
          <p:cNvPr id="330" name="Image 325" descr="preencoded.png">    </p:cNvPr>
          <p:cNvPicPr>
            <a:picLocks noChangeAspect="1"/>
          </p:cNvPicPr>
          <p:nvPr/>
        </p:nvPicPr>
        <p:blipFill>
          <a:blip r:embed="rId326"/>
          <a:srcRect l="0" r="10" t="0" b="0"/>
          <a:stretch/>
        </p:blipFill>
        <p:spPr>
          <a:xfrm>
            <a:off x="4685742" y="4317383"/>
            <a:ext cx="20966" cy="26094"/>
          </a:xfrm>
          <a:prstGeom prst="rect">
            <a:avLst/>
          </a:prstGeom>
        </p:spPr>
      </p:pic>
      <p:pic>
        <p:nvPicPr>
          <p:cNvPr id="331" name="Image 326" descr="preencoded.png">    </p:cNvPr>
          <p:cNvPicPr>
            <a:picLocks noChangeAspect="1"/>
          </p:cNvPicPr>
          <p:nvPr/>
        </p:nvPicPr>
        <p:blipFill>
          <a:blip r:embed="rId327"/>
          <a:srcRect l="0" r="8" t="0" b="0"/>
          <a:stretch/>
        </p:blipFill>
        <p:spPr>
          <a:xfrm>
            <a:off x="4682421" y="4331267"/>
            <a:ext cx="26119" cy="50992"/>
          </a:xfrm>
          <a:prstGeom prst="rect">
            <a:avLst/>
          </a:prstGeom>
        </p:spPr>
      </p:pic>
      <p:pic>
        <p:nvPicPr>
          <p:cNvPr id="332" name="Image 327" descr="preencoded.png">    </p:cNvPr>
          <p:cNvPicPr>
            <a:picLocks noChangeAspect="1"/>
          </p:cNvPicPr>
          <p:nvPr/>
        </p:nvPicPr>
        <p:blipFill>
          <a:blip r:embed="rId328"/>
          <a:srcRect l="0" r="0" t="0" b="0"/>
          <a:stretch/>
        </p:blipFill>
        <p:spPr>
          <a:xfrm>
            <a:off x="4681147" y="4349618"/>
            <a:ext cx="24454" cy="32640"/>
          </a:xfrm>
          <a:prstGeom prst="rect">
            <a:avLst/>
          </a:prstGeom>
        </p:spPr>
      </p:pic>
      <p:pic>
        <p:nvPicPr>
          <p:cNvPr id="333" name="Image 328" descr="preencoded.png">    </p:cNvPr>
          <p:cNvPicPr>
            <a:picLocks noChangeAspect="1"/>
          </p:cNvPicPr>
          <p:nvPr/>
        </p:nvPicPr>
        <p:blipFill>
          <a:blip r:embed="rId329"/>
          <a:srcRect l="0" r="0" t="0" b="0"/>
          <a:stretch/>
        </p:blipFill>
        <p:spPr>
          <a:xfrm>
            <a:off x="4697890" y="4353313"/>
            <a:ext cx="9274" cy="6226"/>
          </a:xfrm>
          <a:prstGeom prst="rect">
            <a:avLst/>
          </a:prstGeom>
        </p:spPr>
      </p:pic>
      <p:pic>
        <p:nvPicPr>
          <p:cNvPr id="334" name="Image 329" descr="preencoded.png">    </p:cNvPr>
          <p:cNvPicPr>
            <a:picLocks noChangeAspect="1"/>
          </p:cNvPicPr>
          <p:nvPr/>
        </p:nvPicPr>
        <p:blipFill>
          <a:blip r:embed="rId330"/>
          <a:srcRect l="0" r="0" t="0" b="0"/>
          <a:stretch/>
        </p:blipFill>
        <p:spPr>
          <a:xfrm>
            <a:off x="4694960" y="4362110"/>
            <a:ext cx="4530" cy="5974"/>
          </a:xfrm>
          <a:prstGeom prst="rect">
            <a:avLst/>
          </a:prstGeom>
        </p:spPr>
      </p:pic>
      <p:pic>
        <p:nvPicPr>
          <p:cNvPr id="335" name="Image 330" descr="preencoded.png">    </p:cNvPr>
          <p:cNvPicPr>
            <a:picLocks noChangeAspect="1"/>
          </p:cNvPicPr>
          <p:nvPr/>
        </p:nvPicPr>
        <p:blipFill>
          <a:blip r:embed="rId331"/>
          <a:srcRect l="0" r="128" t="0" b="-23"/>
          <a:stretch/>
        </p:blipFill>
        <p:spPr>
          <a:xfrm>
            <a:off x="4698383" y="4362110"/>
            <a:ext cx="3916" cy="4350"/>
          </a:xfrm>
          <a:prstGeom prst="rect">
            <a:avLst/>
          </a:prstGeom>
        </p:spPr>
      </p:pic>
      <p:pic>
        <p:nvPicPr>
          <p:cNvPr id="336" name="Image 331" descr="preencoded.png">    </p:cNvPr>
          <p:cNvPicPr>
            <a:picLocks noChangeAspect="1"/>
          </p:cNvPicPr>
          <p:nvPr/>
        </p:nvPicPr>
        <p:blipFill>
          <a:blip r:embed="rId332"/>
          <a:srcRect l="0" r="0" t="0" b="0"/>
          <a:stretch/>
        </p:blipFill>
        <p:spPr>
          <a:xfrm>
            <a:off x="4603552" y="4294227"/>
            <a:ext cx="26212" cy="23825"/>
          </a:xfrm>
          <a:prstGeom prst="rect">
            <a:avLst/>
          </a:prstGeom>
        </p:spPr>
      </p:pic>
      <p:pic>
        <p:nvPicPr>
          <p:cNvPr id="337" name="Image 332" descr="preencoded.png">    </p:cNvPr>
          <p:cNvPicPr>
            <a:picLocks noChangeAspect="1"/>
          </p:cNvPicPr>
          <p:nvPr/>
        </p:nvPicPr>
        <p:blipFill>
          <a:blip r:embed="rId333"/>
          <a:srcRect l="0" r="0" t="0" b="0"/>
          <a:stretch/>
        </p:blipFill>
        <p:spPr>
          <a:xfrm>
            <a:off x="4604435" y="4293845"/>
            <a:ext cx="26212" cy="23825"/>
          </a:xfrm>
          <a:prstGeom prst="rect">
            <a:avLst/>
          </a:prstGeom>
        </p:spPr>
      </p:pic>
      <p:pic>
        <p:nvPicPr>
          <p:cNvPr id="338" name="Image 333" descr="preencoded.png">    </p:cNvPr>
          <p:cNvPicPr>
            <a:picLocks noChangeAspect="1"/>
          </p:cNvPicPr>
          <p:nvPr/>
        </p:nvPicPr>
        <p:blipFill>
          <a:blip r:embed="rId334"/>
          <a:srcRect l="0" r="17" t="0" b="0"/>
          <a:stretch/>
        </p:blipFill>
        <p:spPr>
          <a:xfrm>
            <a:off x="4656376" y="4439788"/>
            <a:ext cx="23813" cy="107310"/>
          </a:xfrm>
          <a:prstGeom prst="rect">
            <a:avLst/>
          </a:prstGeom>
        </p:spPr>
      </p:pic>
      <p:pic>
        <p:nvPicPr>
          <p:cNvPr id="339" name="Image 334" descr="preencoded.png">    </p:cNvPr>
          <p:cNvPicPr>
            <a:picLocks noChangeAspect="1"/>
          </p:cNvPicPr>
          <p:nvPr/>
        </p:nvPicPr>
        <p:blipFill>
          <a:blip r:embed="rId335"/>
          <a:srcRect l="0" r="0" t="0" b="0"/>
          <a:stretch/>
        </p:blipFill>
        <p:spPr>
          <a:xfrm>
            <a:off x="4637084" y="4444928"/>
            <a:ext cx="19292" cy="6204"/>
          </a:xfrm>
          <a:prstGeom prst="rect">
            <a:avLst/>
          </a:prstGeom>
        </p:spPr>
      </p:pic>
      <p:pic>
        <p:nvPicPr>
          <p:cNvPr id="340" name="Image 335" descr="preencoded.png">    </p:cNvPr>
          <p:cNvPicPr>
            <a:picLocks noChangeAspect="1"/>
          </p:cNvPicPr>
          <p:nvPr/>
        </p:nvPicPr>
        <p:blipFill>
          <a:blip r:embed="rId336"/>
          <a:srcRect l="0" r="5" t="0" b="0"/>
          <a:stretch/>
        </p:blipFill>
        <p:spPr>
          <a:xfrm>
            <a:off x="4626359" y="4385190"/>
            <a:ext cx="60247" cy="65105"/>
          </a:xfrm>
          <a:prstGeom prst="rect">
            <a:avLst/>
          </a:prstGeom>
        </p:spPr>
      </p:pic>
      <p:pic>
        <p:nvPicPr>
          <p:cNvPr id="341" name="Image 336" descr="preencoded.png">    </p:cNvPr>
          <p:cNvPicPr>
            <a:picLocks noChangeAspect="1"/>
          </p:cNvPicPr>
          <p:nvPr/>
        </p:nvPicPr>
        <p:blipFill>
          <a:blip r:embed="rId337"/>
          <a:srcRect l="0" r="45" t="0" b="0"/>
          <a:stretch/>
        </p:blipFill>
        <p:spPr>
          <a:xfrm>
            <a:off x="4653269" y="4417336"/>
            <a:ext cx="2205" cy="25472"/>
          </a:xfrm>
          <a:prstGeom prst="rect">
            <a:avLst/>
          </a:prstGeom>
        </p:spPr>
      </p:pic>
      <p:pic>
        <p:nvPicPr>
          <p:cNvPr id="342" name="Image 337" descr="preencoded.png">    </p:cNvPr>
          <p:cNvPicPr>
            <a:picLocks noChangeAspect="1"/>
          </p:cNvPicPr>
          <p:nvPr/>
        </p:nvPicPr>
        <p:blipFill>
          <a:blip r:embed="rId338"/>
          <a:srcRect l="0" r="15" t="0" b="0"/>
          <a:stretch/>
        </p:blipFill>
        <p:spPr>
          <a:xfrm>
            <a:off x="4638703" y="4407637"/>
            <a:ext cx="6809" cy="4229"/>
          </a:xfrm>
          <a:prstGeom prst="rect">
            <a:avLst/>
          </a:prstGeom>
        </p:spPr>
      </p:pic>
      <p:pic>
        <p:nvPicPr>
          <p:cNvPr id="343" name="Image 338" descr="preencoded.png">    </p:cNvPr>
          <p:cNvPicPr>
            <a:picLocks noChangeAspect="1"/>
          </p:cNvPicPr>
          <p:nvPr/>
        </p:nvPicPr>
        <p:blipFill>
          <a:blip r:embed="rId339"/>
          <a:srcRect l="0" r="35" t="0" b="0"/>
          <a:stretch/>
        </p:blipFill>
        <p:spPr>
          <a:xfrm>
            <a:off x="4634461" y="4414154"/>
            <a:ext cx="11488" cy="1595"/>
          </a:xfrm>
          <a:prstGeom prst="rect">
            <a:avLst/>
          </a:prstGeom>
        </p:spPr>
      </p:pic>
      <p:pic>
        <p:nvPicPr>
          <p:cNvPr id="344" name="Image 339" descr="preencoded.png">    </p:cNvPr>
          <p:cNvPicPr>
            <a:picLocks noChangeAspect="1"/>
          </p:cNvPicPr>
          <p:nvPr/>
        </p:nvPicPr>
        <p:blipFill>
          <a:blip r:embed="rId340"/>
          <a:srcRect l="0" r="-24" t="0" b="0"/>
          <a:stretch/>
        </p:blipFill>
        <p:spPr>
          <a:xfrm>
            <a:off x="4637289" y="4420092"/>
            <a:ext cx="8223" cy="1379"/>
          </a:xfrm>
          <a:prstGeom prst="rect">
            <a:avLst/>
          </a:prstGeom>
        </p:spPr>
      </p:pic>
      <p:pic>
        <p:nvPicPr>
          <p:cNvPr id="345" name="Image 340" descr="preencoded.png">    </p:cNvPr>
          <p:cNvPicPr>
            <a:picLocks noChangeAspect="1"/>
          </p:cNvPicPr>
          <p:nvPr/>
        </p:nvPicPr>
        <p:blipFill>
          <a:blip r:embed="rId341"/>
          <a:srcRect l="0" r="27" t="0" b="0"/>
          <a:stretch/>
        </p:blipFill>
        <p:spPr>
          <a:xfrm>
            <a:off x="4636201" y="4430071"/>
            <a:ext cx="15050" cy="8412"/>
          </a:xfrm>
          <a:prstGeom prst="rect">
            <a:avLst/>
          </a:prstGeom>
        </p:spPr>
      </p:pic>
      <p:pic>
        <p:nvPicPr>
          <p:cNvPr id="346" name="Image 341" descr="preencoded.png">    </p:cNvPr>
          <p:cNvPicPr>
            <a:picLocks noChangeAspect="1"/>
          </p:cNvPicPr>
          <p:nvPr/>
        </p:nvPicPr>
        <p:blipFill>
          <a:blip r:embed="rId342"/>
          <a:srcRect l="0" r="-30" t="0" b="0"/>
          <a:stretch/>
        </p:blipFill>
        <p:spPr>
          <a:xfrm>
            <a:off x="4639373" y="4435804"/>
            <a:ext cx="13311" cy="9775"/>
          </a:xfrm>
          <a:prstGeom prst="rect">
            <a:avLst/>
          </a:prstGeom>
        </p:spPr>
      </p:pic>
      <p:pic>
        <p:nvPicPr>
          <p:cNvPr id="347" name="Image 342" descr="preencoded.png">    </p:cNvPr>
          <p:cNvPicPr>
            <a:picLocks noChangeAspect="1"/>
          </p:cNvPicPr>
          <p:nvPr/>
        </p:nvPicPr>
        <p:blipFill>
          <a:blip r:embed="rId343"/>
          <a:srcRect l="0" r="-4" t="0" b="0"/>
          <a:stretch/>
        </p:blipFill>
        <p:spPr>
          <a:xfrm>
            <a:off x="4656376" y="4439788"/>
            <a:ext cx="22445" cy="5622"/>
          </a:xfrm>
          <a:prstGeom prst="rect">
            <a:avLst/>
          </a:prstGeom>
        </p:spPr>
      </p:pic>
      <p:pic>
        <p:nvPicPr>
          <p:cNvPr id="348" name="Image 343" descr="preencoded.png">    </p:cNvPr>
          <p:cNvPicPr>
            <a:picLocks noChangeAspect="1"/>
          </p:cNvPicPr>
          <p:nvPr/>
        </p:nvPicPr>
        <p:blipFill>
          <a:blip r:embed="rId344"/>
          <a:srcRect l="0" r="29" t="0" b="0"/>
          <a:stretch/>
        </p:blipFill>
        <p:spPr>
          <a:xfrm>
            <a:off x="4660618" y="4410908"/>
            <a:ext cx="13953" cy="1917"/>
          </a:xfrm>
          <a:prstGeom prst="rect">
            <a:avLst/>
          </a:prstGeom>
        </p:spPr>
      </p:pic>
      <p:pic>
        <p:nvPicPr>
          <p:cNvPr id="349" name="Image 344" descr="preencoded.png">    </p:cNvPr>
          <p:cNvPicPr>
            <a:picLocks noChangeAspect="1"/>
          </p:cNvPicPr>
          <p:nvPr/>
        </p:nvPicPr>
        <p:blipFill>
          <a:blip r:embed="rId345"/>
          <a:srcRect l="0" r="0" t="0" b="0"/>
          <a:stretch/>
        </p:blipFill>
        <p:spPr>
          <a:xfrm>
            <a:off x="4649307" y="4391273"/>
            <a:ext cx="14046" cy="24611"/>
          </a:xfrm>
          <a:prstGeom prst="rect">
            <a:avLst/>
          </a:prstGeom>
        </p:spPr>
      </p:pic>
      <p:pic>
        <p:nvPicPr>
          <p:cNvPr id="350" name="Image 345" descr="preencoded.png">    </p:cNvPr>
          <p:cNvPicPr>
            <a:picLocks noChangeAspect="1"/>
          </p:cNvPicPr>
          <p:nvPr/>
        </p:nvPicPr>
        <p:blipFill>
          <a:blip r:embed="rId346"/>
          <a:srcRect l="0" r="0" t="0" b="0"/>
          <a:stretch/>
        </p:blipFill>
        <p:spPr>
          <a:xfrm>
            <a:off x="4649716" y="4390404"/>
            <a:ext cx="14046" cy="24612"/>
          </a:xfrm>
          <a:prstGeom prst="rect">
            <a:avLst/>
          </a:prstGeom>
        </p:spPr>
      </p:pic>
      <p:pic>
        <p:nvPicPr>
          <p:cNvPr id="351" name="Image 346" descr="preencoded.png">    </p:cNvPr>
          <p:cNvPicPr>
            <a:picLocks noChangeAspect="1"/>
          </p:cNvPicPr>
          <p:nvPr/>
        </p:nvPicPr>
        <p:blipFill>
          <a:blip r:embed="rId347"/>
          <a:srcRect l="0" r="0" t="0" b="0"/>
          <a:stretch/>
        </p:blipFill>
        <p:spPr>
          <a:xfrm>
            <a:off x="4626741" y="4385191"/>
            <a:ext cx="59875" cy="10909"/>
          </a:xfrm>
          <a:prstGeom prst="rect">
            <a:avLst/>
          </a:prstGeom>
        </p:spPr>
      </p:pic>
      <p:pic>
        <p:nvPicPr>
          <p:cNvPr id="352" name="Image 347" descr="preencoded.png">    </p:cNvPr>
          <p:cNvPicPr>
            <a:picLocks noChangeAspect="1"/>
          </p:cNvPicPr>
          <p:nvPr/>
        </p:nvPicPr>
        <p:blipFill>
          <a:blip r:embed="rId348"/>
          <a:srcRect l="0" r="6" t="0" b="0"/>
          <a:stretch/>
        </p:blipFill>
        <p:spPr>
          <a:xfrm>
            <a:off x="4625727" y="4296346"/>
            <a:ext cx="63224" cy="97895"/>
          </a:xfrm>
          <a:prstGeom prst="rect">
            <a:avLst/>
          </a:prstGeom>
        </p:spPr>
      </p:pic>
      <p:pic>
        <p:nvPicPr>
          <p:cNvPr id="353" name="Image 348" descr="preencoded.png">    </p:cNvPr>
          <p:cNvPicPr>
            <a:picLocks noChangeAspect="1"/>
          </p:cNvPicPr>
          <p:nvPr/>
        </p:nvPicPr>
        <p:blipFill>
          <a:blip r:embed="rId349"/>
          <a:srcRect l="0" r="6" t="0" b="0"/>
          <a:stretch/>
        </p:blipFill>
        <p:spPr>
          <a:xfrm>
            <a:off x="4625727" y="4297214"/>
            <a:ext cx="63224" cy="97895"/>
          </a:xfrm>
          <a:prstGeom prst="rect">
            <a:avLst/>
          </a:prstGeom>
        </p:spPr>
      </p:pic>
      <p:pic>
        <p:nvPicPr>
          <p:cNvPr id="354" name="Image 349" descr="preencoded.png">    </p:cNvPr>
          <p:cNvPicPr>
            <a:picLocks noChangeAspect="1"/>
          </p:cNvPicPr>
          <p:nvPr/>
        </p:nvPicPr>
        <p:blipFill>
          <a:blip r:embed="rId350"/>
          <a:srcRect l="0" r="-3" t="0" b="0"/>
          <a:stretch/>
        </p:blipFill>
        <p:spPr>
          <a:xfrm>
            <a:off x="4659055" y="4273828"/>
            <a:ext cx="29477" cy="118822"/>
          </a:xfrm>
          <a:prstGeom prst="rect">
            <a:avLst/>
          </a:prstGeom>
        </p:spPr>
      </p:pic>
      <p:pic>
        <p:nvPicPr>
          <p:cNvPr id="355" name="Image 350" descr="preencoded.png">    </p:cNvPr>
          <p:cNvPicPr>
            <a:picLocks noChangeAspect="1"/>
          </p:cNvPicPr>
          <p:nvPr/>
        </p:nvPicPr>
        <p:blipFill>
          <a:blip r:embed="rId351"/>
          <a:srcRect l="0" r="6" t="0" b="0"/>
          <a:stretch/>
        </p:blipFill>
        <p:spPr>
          <a:xfrm>
            <a:off x="4659855" y="4273393"/>
            <a:ext cx="46304" cy="118822"/>
          </a:xfrm>
          <a:prstGeom prst="rect">
            <a:avLst/>
          </a:prstGeom>
        </p:spPr>
      </p:pic>
      <p:pic>
        <p:nvPicPr>
          <p:cNvPr id="356" name="Image 351" descr="preencoded.png">    </p:cNvPr>
          <p:cNvPicPr>
            <a:picLocks noChangeAspect="1"/>
          </p:cNvPicPr>
          <p:nvPr/>
        </p:nvPicPr>
        <p:blipFill>
          <a:blip r:embed="rId352"/>
          <a:srcRect l="0" r="0" t="0" b="0"/>
          <a:stretch/>
        </p:blipFill>
        <p:spPr>
          <a:xfrm>
            <a:off x="4661371" y="4293331"/>
            <a:ext cx="1665" cy="1792"/>
          </a:xfrm>
          <a:prstGeom prst="rect">
            <a:avLst/>
          </a:prstGeom>
        </p:spPr>
      </p:pic>
      <p:pic>
        <p:nvPicPr>
          <p:cNvPr id="357" name="Image 352" descr="preencoded.png">    </p:cNvPr>
          <p:cNvPicPr>
            <a:picLocks noChangeAspect="1"/>
          </p:cNvPicPr>
          <p:nvPr/>
        </p:nvPicPr>
        <p:blipFill>
          <a:blip r:embed="rId353"/>
          <a:srcRect l="0" r="0" t="0" b="0"/>
          <a:stretch/>
        </p:blipFill>
        <p:spPr>
          <a:xfrm>
            <a:off x="4661371" y="4305277"/>
            <a:ext cx="1665" cy="1792"/>
          </a:xfrm>
          <a:prstGeom prst="rect">
            <a:avLst/>
          </a:prstGeom>
        </p:spPr>
      </p:pic>
      <p:pic>
        <p:nvPicPr>
          <p:cNvPr id="358" name="Image 353" descr="preencoded.png">    </p:cNvPr>
          <p:cNvPicPr>
            <a:picLocks noChangeAspect="1"/>
          </p:cNvPicPr>
          <p:nvPr/>
        </p:nvPicPr>
        <p:blipFill>
          <a:blip r:embed="rId354"/>
          <a:srcRect l="0" r="0" t="0" b="0"/>
          <a:stretch/>
        </p:blipFill>
        <p:spPr>
          <a:xfrm>
            <a:off x="4664292" y="4333717"/>
            <a:ext cx="1665" cy="1792"/>
          </a:xfrm>
          <a:prstGeom prst="rect">
            <a:avLst/>
          </a:prstGeom>
        </p:spPr>
      </p:pic>
      <p:pic>
        <p:nvPicPr>
          <p:cNvPr id="359" name="Image 354" descr="preencoded.png">    </p:cNvPr>
          <p:cNvPicPr>
            <a:picLocks noChangeAspect="1"/>
          </p:cNvPicPr>
          <p:nvPr/>
        </p:nvPicPr>
        <p:blipFill>
          <a:blip r:embed="rId355"/>
          <a:srcRect l="0" r="0" t="0" b="0"/>
          <a:stretch/>
        </p:blipFill>
        <p:spPr>
          <a:xfrm>
            <a:off x="4666413" y="4348271"/>
            <a:ext cx="1665" cy="1792"/>
          </a:xfrm>
          <a:prstGeom prst="rect">
            <a:avLst/>
          </a:prstGeom>
        </p:spPr>
      </p:pic>
      <p:pic>
        <p:nvPicPr>
          <p:cNvPr id="360" name="Image 355" descr="preencoded.png">    </p:cNvPr>
          <p:cNvPicPr>
            <a:picLocks noChangeAspect="1"/>
          </p:cNvPicPr>
          <p:nvPr/>
        </p:nvPicPr>
        <p:blipFill>
          <a:blip r:embed="rId356"/>
          <a:srcRect l="0" r="0" t="0" b="0"/>
          <a:stretch/>
        </p:blipFill>
        <p:spPr>
          <a:xfrm>
            <a:off x="4668478" y="4363639"/>
            <a:ext cx="1665" cy="1792"/>
          </a:xfrm>
          <a:prstGeom prst="rect">
            <a:avLst/>
          </a:prstGeom>
        </p:spPr>
      </p:pic>
      <p:pic>
        <p:nvPicPr>
          <p:cNvPr id="361" name="Image 356" descr="preencoded.png">    </p:cNvPr>
          <p:cNvPicPr>
            <a:picLocks noChangeAspect="1"/>
          </p:cNvPicPr>
          <p:nvPr/>
        </p:nvPicPr>
        <p:blipFill>
          <a:blip r:embed="rId357"/>
          <a:srcRect l="0" r="0" t="0" b="0"/>
          <a:stretch/>
        </p:blipFill>
        <p:spPr>
          <a:xfrm>
            <a:off x="4663036" y="4319263"/>
            <a:ext cx="1665" cy="1792"/>
          </a:xfrm>
          <a:prstGeom prst="rect">
            <a:avLst/>
          </a:prstGeom>
        </p:spPr>
      </p:pic>
      <p:pic>
        <p:nvPicPr>
          <p:cNvPr id="362" name="Image 357" descr="preencoded.png">    </p:cNvPr>
          <p:cNvPicPr>
            <a:picLocks noChangeAspect="1"/>
          </p:cNvPicPr>
          <p:nvPr/>
        </p:nvPicPr>
        <p:blipFill>
          <a:blip r:embed="rId358"/>
          <a:srcRect l="0" r="0" t="0" b="0"/>
          <a:stretch/>
        </p:blipFill>
        <p:spPr>
          <a:xfrm>
            <a:off x="4663380" y="4274262"/>
            <a:ext cx="7795" cy="6877"/>
          </a:xfrm>
          <a:prstGeom prst="rect">
            <a:avLst/>
          </a:prstGeom>
        </p:spPr>
      </p:pic>
      <p:pic>
        <p:nvPicPr>
          <p:cNvPr id="363" name="Image 358" descr="preencoded.png">    </p:cNvPr>
          <p:cNvPicPr>
            <a:picLocks noChangeAspect="1"/>
          </p:cNvPicPr>
          <p:nvPr/>
        </p:nvPicPr>
        <p:blipFill>
          <a:blip r:embed="rId359"/>
          <a:srcRect l="0" r="0" t="0" b="0"/>
          <a:stretch/>
        </p:blipFill>
        <p:spPr>
          <a:xfrm>
            <a:off x="4663380" y="4273394"/>
            <a:ext cx="7795" cy="6877"/>
          </a:xfrm>
          <a:prstGeom prst="rect">
            <a:avLst/>
          </a:prstGeom>
        </p:spPr>
      </p:pic>
      <p:pic>
        <p:nvPicPr>
          <p:cNvPr id="364" name="Image 359" descr="preencoded.png">    </p:cNvPr>
          <p:cNvPicPr>
            <a:picLocks noChangeAspect="1"/>
          </p:cNvPicPr>
          <p:nvPr/>
        </p:nvPicPr>
        <p:blipFill>
          <a:blip r:embed="rId360"/>
          <a:srcRect l="0" r="4" t="0" b="0"/>
          <a:stretch/>
        </p:blipFill>
        <p:spPr>
          <a:xfrm>
            <a:off x="4625727" y="4276178"/>
            <a:ext cx="23952" cy="117566"/>
          </a:xfrm>
          <a:prstGeom prst="rect">
            <a:avLst/>
          </a:prstGeom>
        </p:spPr>
      </p:pic>
      <p:pic>
        <p:nvPicPr>
          <p:cNvPr id="365" name="Image 360" descr="preencoded.png">    </p:cNvPr>
          <p:cNvPicPr>
            <a:picLocks noChangeAspect="1"/>
          </p:cNvPicPr>
          <p:nvPr/>
        </p:nvPicPr>
        <p:blipFill>
          <a:blip r:embed="rId361"/>
          <a:srcRect l="0" r="0" t="0" b="0"/>
          <a:stretch/>
        </p:blipFill>
        <p:spPr>
          <a:xfrm>
            <a:off x="4613170" y="4275744"/>
            <a:ext cx="35709" cy="117563"/>
          </a:xfrm>
          <a:prstGeom prst="rect">
            <a:avLst/>
          </a:prstGeom>
        </p:spPr>
      </p:pic>
      <p:pic>
        <p:nvPicPr>
          <p:cNvPr id="366" name="Image 361" descr="preencoded.png">    </p:cNvPr>
          <p:cNvPicPr>
            <a:picLocks noChangeAspect="1"/>
          </p:cNvPicPr>
          <p:nvPr/>
        </p:nvPicPr>
        <p:blipFill>
          <a:blip r:embed="rId362"/>
          <a:srcRect l="0" r="0" t="0" b="7"/>
          <a:stretch/>
        </p:blipFill>
        <p:spPr>
          <a:xfrm>
            <a:off x="4639549" y="4276613"/>
            <a:ext cx="7274" cy="14158"/>
          </a:xfrm>
          <a:prstGeom prst="rect">
            <a:avLst/>
          </a:prstGeom>
        </p:spPr>
      </p:pic>
      <p:pic>
        <p:nvPicPr>
          <p:cNvPr id="367" name="Image 362" descr="preencoded.png">    </p:cNvPr>
          <p:cNvPicPr>
            <a:picLocks noChangeAspect="1"/>
          </p:cNvPicPr>
          <p:nvPr/>
        </p:nvPicPr>
        <p:blipFill>
          <a:blip r:embed="rId363"/>
          <a:srcRect l="0" r="0" t="0" b="0"/>
          <a:stretch/>
        </p:blipFill>
        <p:spPr>
          <a:xfrm>
            <a:off x="4639549" y="4275744"/>
            <a:ext cx="7274" cy="14159"/>
          </a:xfrm>
          <a:prstGeom prst="rect">
            <a:avLst/>
          </a:prstGeom>
        </p:spPr>
      </p:pic>
      <p:pic>
        <p:nvPicPr>
          <p:cNvPr id="368" name="Image 363" descr="preencoded.png">    </p:cNvPr>
          <p:cNvPicPr>
            <a:picLocks noChangeAspect="1"/>
          </p:cNvPicPr>
          <p:nvPr/>
        </p:nvPicPr>
        <p:blipFill>
          <a:blip r:embed="rId364"/>
          <a:srcRect l="0" r="36" t="0" b="0"/>
          <a:stretch/>
        </p:blipFill>
        <p:spPr>
          <a:xfrm>
            <a:off x="4615523" y="4379785"/>
            <a:ext cx="11023" cy="2761"/>
          </a:xfrm>
          <a:prstGeom prst="rect">
            <a:avLst/>
          </a:prstGeom>
        </p:spPr>
      </p:pic>
      <p:pic>
        <p:nvPicPr>
          <p:cNvPr id="369" name="Image 364" descr="preencoded.png">    </p:cNvPr>
          <p:cNvPicPr>
            <a:picLocks noChangeAspect="1"/>
          </p:cNvPicPr>
          <p:nvPr/>
        </p:nvPicPr>
        <p:blipFill>
          <a:blip r:embed="rId365"/>
          <a:srcRect l="0" r="11" t="0" b="0"/>
          <a:stretch/>
        </p:blipFill>
        <p:spPr>
          <a:xfrm>
            <a:off x="4691118" y="4307567"/>
            <a:ext cx="28408" cy="38302"/>
          </a:xfrm>
          <a:prstGeom prst="rect">
            <a:avLst/>
          </a:prstGeom>
        </p:spPr>
      </p:pic>
      <p:pic>
        <p:nvPicPr>
          <p:cNvPr id="370" name="Image 365" descr="preencoded.png">    </p:cNvPr>
          <p:cNvPicPr>
            <a:picLocks noChangeAspect="1"/>
          </p:cNvPicPr>
          <p:nvPr/>
        </p:nvPicPr>
        <p:blipFill>
          <a:blip r:embed="rId366"/>
          <a:srcRect l="0" r="5" t="0" b="0"/>
          <a:stretch/>
        </p:blipFill>
        <p:spPr>
          <a:xfrm>
            <a:off x="4666413" y="4278928"/>
            <a:ext cx="20548" cy="75321"/>
          </a:xfrm>
          <a:prstGeom prst="rect">
            <a:avLst/>
          </a:prstGeom>
        </p:spPr>
      </p:pic>
      <p:pic>
        <p:nvPicPr>
          <p:cNvPr id="371" name="Image 366" descr="preencoded.png">    </p:cNvPr>
          <p:cNvPicPr>
            <a:picLocks noChangeAspect="1"/>
          </p:cNvPicPr>
          <p:nvPr/>
        </p:nvPicPr>
        <p:blipFill>
          <a:blip r:embed="rId367"/>
          <a:srcRect l="0" r="5" t="0" b="-1"/>
          <a:stretch/>
        </p:blipFill>
        <p:spPr>
          <a:xfrm>
            <a:off x="4668031" y="4278493"/>
            <a:ext cx="20548" cy="75322"/>
          </a:xfrm>
          <a:prstGeom prst="rect">
            <a:avLst/>
          </a:prstGeom>
        </p:spPr>
      </p:pic>
      <p:pic>
        <p:nvPicPr>
          <p:cNvPr id="372" name="Image 367" descr="preencoded.png">    </p:cNvPr>
          <p:cNvPicPr>
            <a:picLocks noChangeAspect="1"/>
          </p:cNvPicPr>
          <p:nvPr/>
        </p:nvPicPr>
        <p:blipFill>
          <a:blip r:embed="rId368"/>
          <a:srcRect l="0" r="0" t="0" b="0"/>
          <a:stretch/>
        </p:blipFill>
        <p:spPr>
          <a:xfrm>
            <a:off x="4668078" y="4320457"/>
            <a:ext cx="19394" cy="33358"/>
          </a:xfrm>
          <a:prstGeom prst="rect">
            <a:avLst/>
          </a:prstGeom>
        </p:spPr>
      </p:pic>
      <p:pic>
        <p:nvPicPr>
          <p:cNvPr id="373" name="Image 368" descr="preencoded.png">    </p:cNvPr>
          <p:cNvPicPr>
            <a:picLocks noChangeAspect="1"/>
          </p:cNvPicPr>
          <p:nvPr/>
        </p:nvPicPr>
        <p:blipFill>
          <a:blip r:embed="rId369"/>
          <a:srcRect l="0" r="5" t="0" b="0"/>
          <a:stretch/>
        </p:blipFill>
        <p:spPr>
          <a:xfrm>
            <a:off x="4667231" y="4278493"/>
            <a:ext cx="20548" cy="43701"/>
          </a:xfrm>
          <a:prstGeom prst="rect">
            <a:avLst/>
          </a:prstGeom>
        </p:spPr>
      </p:pic>
      <p:pic>
        <p:nvPicPr>
          <p:cNvPr id="374" name="Image 369" descr="preencoded.png">    </p:cNvPr>
          <p:cNvPicPr>
            <a:picLocks noChangeAspect="1"/>
          </p:cNvPicPr>
          <p:nvPr/>
        </p:nvPicPr>
        <p:blipFill>
          <a:blip r:embed="rId370"/>
          <a:srcRect l="0" r="0" t="0" b="0"/>
          <a:stretch/>
        </p:blipFill>
        <p:spPr>
          <a:xfrm>
            <a:off x="4681147" y="4353313"/>
            <a:ext cx="3479" cy="24058"/>
          </a:xfrm>
          <a:prstGeom prst="rect">
            <a:avLst/>
          </a:prstGeom>
        </p:spPr>
      </p:pic>
      <p:pic>
        <p:nvPicPr>
          <p:cNvPr id="375" name="Image 370" descr="preencoded.png">    </p:cNvPr>
          <p:cNvPicPr>
            <a:picLocks noChangeAspect="1"/>
          </p:cNvPicPr>
          <p:nvPr/>
        </p:nvPicPr>
        <p:blipFill>
          <a:blip r:embed="rId371"/>
          <a:srcRect l="0" r="-35" t="0" b="0"/>
          <a:stretch/>
        </p:blipFill>
        <p:spPr>
          <a:xfrm>
            <a:off x="4689165" y="4301320"/>
            <a:ext cx="8474" cy="5235"/>
          </a:xfrm>
          <a:prstGeom prst="rect">
            <a:avLst/>
          </a:prstGeom>
        </p:spPr>
      </p:pic>
      <p:pic>
        <p:nvPicPr>
          <p:cNvPr id="376" name="Image 371" descr="preencoded.png">    </p:cNvPr>
          <p:cNvPicPr>
            <a:picLocks noChangeAspect="1"/>
          </p:cNvPicPr>
          <p:nvPr/>
        </p:nvPicPr>
        <p:blipFill>
          <a:blip r:embed="rId372"/>
          <a:srcRect l="0" r="0" t="0" b="0"/>
          <a:stretch/>
        </p:blipFill>
        <p:spPr>
          <a:xfrm>
            <a:off x="4689444" y="4305877"/>
            <a:ext cx="8688" cy="4860"/>
          </a:xfrm>
          <a:prstGeom prst="rect">
            <a:avLst/>
          </a:prstGeom>
        </p:spPr>
      </p:pic>
      <p:pic>
        <p:nvPicPr>
          <p:cNvPr id="377" name="Image 372" descr="preencoded.png">    </p:cNvPr>
          <p:cNvPicPr>
            <a:picLocks noChangeAspect="1"/>
          </p:cNvPicPr>
          <p:nvPr/>
        </p:nvPicPr>
        <p:blipFill>
          <a:blip r:embed="rId373"/>
          <a:srcRect l="0" r="0" t="0" b="0"/>
          <a:stretch/>
        </p:blipFill>
        <p:spPr>
          <a:xfrm>
            <a:off x="4635996" y="4287584"/>
            <a:ext cx="2009" cy="7583"/>
          </a:xfrm>
          <a:prstGeom prst="rect">
            <a:avLst/>
          </a:prstGeom>
        </p:spPr>
      </p:pic>
      <p:pic>
        <p:nvPicPr>
          <p:cNvPr id="378" name="Image 373" descr="preencoded.png">    </p:cNvPr>
          <p:cNvPicPr>
            <a:picLocks noChangeAspect="1"/>
          </p:cNvPicPr>
          <p:nvPr/>
        </p:nvPicPr>
        <p:blipFill>
          <a:blip r:embed="rId374"/>
          <a:srcRect l="0" r="14" t="0" b="0"/>
          <a:stretch/>
        </p:blipFill>
        <p:spPr>
          <a:xfrm>
            <a:off x="4641373" y="4362110"/>
            <a:ext cx="21115" cy="17395"/>
          </a:xfrm>
          <a:prstGeom prst="rect">
            <a:avLst/>
          </a:prstGeom>
        </p:spPr>
      </p:pic>
      <p:pic>
        <p:nvPicPr>
          <p:cNvPr id="379" name="Image 374" descr="preencoded.png">    </p:cNvPr>
          <p:cNvPicPr>
            <a:picLocks noChangeAspect="1"/>
          </p:cNvPicPr>
          <p:nvPr/>
        </p:nvPicPr>
        <p:blipFill>
          <a:blip r:embed="rId375"/>
          <a:srcRect l="0" r="0" t="0" b="0"/>
          <a:stretch/>
        </p:blipFill>
        <p:spPr>
          <a:xfrm>
            <a:off x="4677947" y="4396848"/>
            <a:ext cx="6530" cy="3621"/>
          </a:xfrm>
          <a:prstGeom prst="rect">
            <a:avLst/>
          </a:prstGeom>
        </p:spPr>
      </p:pic>
      <p:pic>
        <p:nvPicPr>
          <p:cNvPr id="380" name="Image 375" descr="preencoded.png">    </p:cNvPr>
          <p:cNvPicPr>
            <a:picLocks noChangeAspect="1"/>
          </p:cNvPicPr>
          <p:nvPr/>
        </p:nvPicPr>
        <p:blipFill>
          <a:blip r:embed="rId376"/>
          <a:srcRect l="0" r="2" t="0" b="0"/>
          <a:stretch/>
        </p:blipFill>
        <p:spPr>
          <a:xfrm>
            <a:off x="4668552" y="4304020"/>
            <a:ext cx="41225" cy="41317"/>
          </a:xfrm>
          <a:prstGeom prst="rect">
            <a:avLst/>
          </a:prstGeom>
        </p:spPr>
      </p:pic>
      <p:pic>
        <p:nvPicPr>
          <p:cNvPr id="381" name="Image 376" descr="preencoded.png">    </p:cNvPr>
          <p:cNvPicPr>
            <a:picLocks noChangeAspect="1"/>
          </p:cNvPicPr>
          <p:nvPr/>
        </p:nvPicPr>
        <p:blipFill>
          <a:blip r:embed="rId377"/>
          <a:srcRect l="0" r="76" t="0" b="0"/>
          <a:stretch/>
        </p:blipFill>
        <p:spPr>
          <a:xfrm>
            <a:off x="4703173" y="4326705"/>
            <a:ext cx="6604" cy="18631"/>
          </a:xfrm>
          <a:prstGeom prst="rect">
            <a:avLst/>
          </a:prstGeom>
        </p:spPr>
      </p:pic>
      <p:pic>
        <p:nvPicPr>
          <p:cNvPr id="382" name="Image 377" descr="preencoded.png">    </p:cNvPr>
          <p:cNvPicPr>
            <a:picLocks noChangeAspect="1"/>
          </p:cNvPicPr>
          <p:nvPr/>
        </p:nvPicPr>
        <p:blipFill>
          <a:blip r:embed="rId378"/>
          <a:srcRect l="0" r="0" t="0" b="0"/>
          <a:stretch/>
        </p:blipFill>
        <p:spPr>
          <a:xfrm>
            <a:off x="4704290" y="4325997"/>
            <a:ext cx="11190" cy="19781"/>
          </a:xfrm>
          <a:prstGeom prst="rect">
            <a:avLst/>
          </a:prstGeom>
        </p:spPr>
      </p:pic>
      <p:pic>
        <p:nvPicPr>
          <p:cNvPr id="383" name="Image 378" descr="preencoded.png">    </p:cNvPr>
          <p:cNvPicPr>
            <a:picLocks noChangeAspect="1"/>
          </p:cNvPicPr>
          <p:nvPr/>
        </p:nvPicPr>
        <p:blipFill>
          <a:blip r:embed="rId379"/>
          <a:srcRect l="0" r="0" t="0" b="0"/>
          <a:stretch/>
        </p:blipFill>
        <p:spPr>
          <a:xfrm>
            <a:off x="4703880" y="4325997"/>
            <a:ext cx="11190" cy="19781"/>
          </a:xfrm>
          <a:prstGeom prst="rect">
            <a:avLst/>
          </a:prstGeom>
        </p:spPr>
      </p:pic>
      <p:pic>
        <p:nvPicPr>
          <p:cNvPr id="384" name="Image 379" descr="preencoded.png">    </p:cNvPr>
          <p:cNvPicPr>
            <a:picLocks noChangeAspect="1"/>
          </p:cNvPicPr>
          <p:nvPr/>
        </p:nvPicPr>
        <p:blipFill>
          <a:blip r:embed="rId380"/>
          <a:srcRect l="0" r="0" t="0" b="0"/>
          <a:stretch/>
        </p:blipFill>
        <p:spPr>
          <a:xfrm>
            <a:off x="4610267" y="4249186"/>
            <a:ext cx="32165" cy="52301"/>
          </a:xfrm>
          <a:prstGeom prst="rect">
            <a:avLst/>
          </a:prstGeom>
        </p:spPr>
      </p:pic>
      <p:pic>
        <p:nvPicPr>
          <p:cNvPr id="385" name="Image 380" descr="preencoded.png">    </p:cNvPr>
          <p:cNvPicPr>
            <a:picLocks noChangeAspect="1"/>
          </p:cNvPicPr>
          <p:nvPr/>
        </p:nvPicPr>
        <p:blipFill>
          <a:blip r:embed="rId381"/>
          <a:srcRect l="0" r="-15" t="0" b="0"/>
          <a:stretch/>
        </p:blipFill>
        <p:spPr>
          <a:xfrm>
            <a:off x="4597580" y="4290408"/>
            <a:ext cx="26668" cy="26540"/>
          </a:xfrm>
          <a:prstGeom prst="rect">
            <a:avLst/>
          </a:prstGeom>
        </p:spPr>
      </p:pic>
      <p:pic>
        <p:nvPicPr>
          <p:cNvPr id="386" name="Image 381" descr="preencoded.png">    </p:cNvPr>
          <p:cNvPicPr>
            <a:picLocks noChangeAspect="1"/>
          </p:cNvPicPr>
          <p:nvPr/>
        </p:nvPicPr>
        <p:blipFill>
          <a:blip r:embed="rId382"/>
          <a:srcRect l="0" r="0" t="0" b="0"/>
          <a:stretch/>
        </p:blipFill>
        <p:spPr>
          <a:xfrm>
            <a:off x="4597180" y="4290843"/>
            <a:ext cx="26194" cy="26540"/>
          </a:xfrm>
          <a:prstGeom prst="rect">
            <a:avLst/>
          </a:prstGeom>
        </p:spPr>
      </p:pic>
      <p:pic>
        <p:nvPicPr>
          <p:cNvPr id="387" name="Image 382" descr="preencoded.png">    </p:cNvPr>
          <p:cNvPicPr>
            <a:picLocks noChangeAspect="1"/>
          </p:cNvPicPr>
          <p:nvPr/>
        </p:nvPicPr>
        <p:blipFill>
          <a:blip r:embed="rId383"/>
          <a:srcRect l="0" r="23" t="0" b="0"/>
          <a:stretch/>
        </p:blipFill>
        <p:spPr>
          <a:xfrm>
            <a:off x="4605542" y="4288978"/>
            <a:ext cx="8697" cy="6245"/>
          </a:xfrm>
          <a:prstGeom prst="rect">
            <a:avLst/>
          </a:prstGeom>
        </p:spPr>
      </p:pic>
      <p:pic>
        <p:nvPicPr>
          <p:cNvPr id="388" name="Image 383" descr="preencoded.png">    </p:cNvPr>
          <p:cNvPicPr>
            <a:picLocks noChangeAspect="1"/>
          </p:cNvPicPr>
          <p:nvPr/>
        </p:nvPicPr>
        <p:blipFill>
          <a:blip r:embed="rId384"/>
          <a:srcRect l="0" r="23" t="0" b="0"/>
          <a:stretch/>
        </p:blipFill>
        <p:spPr>
          <a:xfrm>
            <a:off x="4605542" y="4288544"/>
            <a:ext cx="8697" cy="6245"/>
          </a:xfrm>
          <a:prstGeom prst="rect">
            <a:avLst/>
          </a:prstGeom>
        </p:spPr>
      </p:pic>
      <p:pic>
        <p:nvPicPr>
          <p:cNvPr id="389" name="Image 384" descr="preencoded.png">    </p:cNvPr>
          <p:cNvPicPr>
            <a:picLocks noChangeAspect="1"/>
          </p:cNvPicPr>
          <p:nvPr/>
        </p:nvPicPr>
        <p:blipFill>
          <a:blip r:embed="rId385"/>
          <a:srcRect l="0" r="0" t="0" b="0"/>
          <a:stretch/>
        </p:blipFill>
        <p:spPr>
          <a:xfrm>
            <a:off x="4615560" y="4297020"/>
            <a:ext cx="8279" cy="9101"/>
          </a:xfrm>
          <a:prstGeom prst="rect">
            <a:avLst/>
          </a:prstGeom>
        </p:spPr>
      </p:pic>
      <p:pic>
        <p:nvPicPr>
          <p:cNvPr id="390" name="Image 385" descr="preencoded.png">    </p:cNvPr>
          <p:cNvPicPr>
            <a:picLocks noChangeAspect="1"/>
          </p:cNvPicPr>
          <p:nvPr/>
        </p:nvPicPr>
        <p:blipFill>
          <a:blip r:embed="rId386"/>
          <a:srcRect l="0" r="0" t="0" b="0"/>
          <a:stretch/>
        </p:blipFill>
        <p:spPr>
          <a:xfrm>
            <a:off x="4615969" y="4296585"/>
            <a:ext cx="8279" cy="9101"/>
          </a:xfrm>
          <a:prstGeom prst="rect">
            <a:avLst/>
          </a:prstGeom>
        </p:spPr>
      </p:pic>
      <p:pic>
        <p:nvPicPr>
          <p:cNvPr id="391" name="Image 386" descr="preencoded.png">    </p:cNvPr>
          <p:cNvPicPr>
            <a:picLocks noChangeAspect="1"/>
          </p:cNvPicPr>
          <p:nvPr/>
        </p:nvPicPr>
        <p:blipFill>
          <a:blip r:embed="rId387"/>
          <a:srcRect l="0" r="9" t="0" b="0"/>
          <a:stretch/>
        </p:blipFill>
        <p:spPr>
          <a:xfrm>
            <a:off x="4658311" y="4439119"/>
            <a:ext cx="21989" cy="107309"/>
          </a:xfrm>
          <a:prstGeom prst="rect">
            <a:avLst/>
          </a:prstGeom>
        </p:spPr>
      </p:pic>
      <p:pic>
        <p:nvPicPr>
          <p:cNvPr id="392" name="Image 387" descr="preencoded.png">    </p:cNvPr>
          <p:cNvPicPr>
            <a:picLocks noChangeAspect="1"/>
          </p:cNvPicPr>
          <p:nvPr/>
        </p:nvPicPr>
        <p:blipFill>
          <a:blip r:embed="rId388"/>
          <a:srcRect l="0" r="12" t="0" b="0"/>
          <a:stretch/>
        </p:blipFill>
        <p:spPr>
          <a:xfrm>
            <a:off x="4653390" y="4406044"/>
            <a:ext cx="32342" cy="38884"/>
          </a:xfrm>
          <a:prstGeom prst="rect">
            <a:avLst/>
          </a:prstGeom>
        </p:spPr>
      </p:pic>
      <p:pic>
        <p:nvPicPr>
          <p:cNvPr id="393" name="Image 388" descr="preencoded.png">    </p:cNvPr>
          <p:cNvPicPr>
            <a:picLocks noChangeAspect="1"/>
          </p:cNvPicPr>
          <p:nvPr/>
        </p:nvPicPr>
        <p:blipFill>
          <a:blip r:embed="rId389"/>
          <a:srcRect l="0" r="0" t="0" b="0"/>
          <a:stretch/>
        </p:blipFill>
        <p:spPr>
          <a:xfrm>
            <a:off x="4659455" y="4426536"/>
            <a:ext cx="16669" cy="11948"/>
          </a:xfrm>
          <a:prstGeom prst="rect">
            <a:avLst/>
          </a:prstGeom>
        </p:spPr>
      </p:pic>
      <p:pic>
        <p:nvPicPr>
          <p:cNvPr id="394" name="Image 389" descr="preencoded.png">    </p:cNvPr>
          <p:cNvPicPr>
            <a:picLocks noChangeAspect="1"/>
          </p:cNvPicPr>
          <p:nvPr/>
        </p:nvPicPr>
        <p:blipFill>
          <a:blip r:embed="rId390"/>
          <a:srcRect l="0" r="-9" t="0" b="20"/>
          <a:stretch/>
        </p:blipFill>
        <p:spPr>
          <a:xfrm>
            <a:off x="4658218" y="4542085"/>
            <a:ext cx="11469" cy="5012"/>
          </a:xfrm>
          <a:prstGeom prst="rect">
            <a:avLst/>
          </a:prstGeom>
        </p:spPr>
      </p:pic>
      <p:pic>
        <p:nvPicPr>
          <p:cNvPr id="395" name="Image 390" descr="preencoded.png">    </p:cNvPr>
          <p:cNvPicPr>
            <a:picLocks noChangeAspect="1"/>
          </p:cNvPicPr>
          <p:nvPr/>
        </p:nvPicPr>
        <p:blipFill>
          <a:blip r:embed="rId391"/>
          <a:srcRect l="0" r="9" t="0" b="0"/>
          <a:stretch/>
        </p:blipFill>
        <p:spPr>
          <a:xfrm>
            <a:off x="4647800" y="4542955"/>
            <a:ext cx="22938" cy="35581"/>
          </a:xfrm>
          <a:prstGeom prst="rect">
            <a:avLst/>
          </a:prstGeom>
        </p:spPr>
      </p:pic>
      <p:pic>
        <p:nvPicPr>
          <p:cNvPr id="396" name="Image 391" descr="preencoded.png">    </p:cNvPr>
          <p:cNvPicPr>
            <a:picLocks noChangeAspect="1"/>
          </p:cNvPicPr>
          <p:nvPr/>
        </p:nvPicPr>
        <p:blipFill>
          <a:blip r:embed="rId392"/>
          <a:srcRect l="0" r="9" t="0" b="-7"/>
          <a:stretch/>
        </p:blipFill>
        <p:spPr>
          <a:xfrm>
            <a:off x="4647800" y="4564746"/>
            <a:ext cx="22938" cy="13792"/>
          </a:xfrm>
          <a:prstGeom prst="rect">
            <a:avLst/>
          </a:prstGeom>
        </p:spPr>
      </p:pic>
      <p:pic>
        <p:nvPicPr>
          <p:cNvPr id="397" name="Image 392" descr="preencoded.png">    </p:cNvPr>
          <p:cNvPicPr>
            <a:picLocks noChangeAspect="1"/>
          </p:cNvPicPr>
          <p:nvPr/>
        </p:nvPicPr>
        <p:blipFill>
          <a:blip r:embed="rId393"/>
          <a:srcRect l="0" r="0" t="0" b="0"/>
          <a:stretch/>
        </p:blipFill>
        <p:spPr>
          <a:xfrm>
            <a:off x="4663948" y="4554841"/>
            <a:ext cx="1386" cy="1492"/>
          </a:xfrm>
          <a:prstGeom prst="rect">
            <a:avLst/>
          </a:prstGeom>
        </p:spPr>
      </p:pic>
      <p:pic>
        <p:nvPicPr>
          <p:cNvPr id="398" name="Image 393" descr="preencoded.png">    </p:cNvPr>
          <p:cNvPicPr>
            <a:picLocks noChangeAspect="1"/>
          </p:cNvPicPr>
          <p:nvPr/>
        </p:nvPicPr>
        <p:blipFill>
          <a:blip r:embed="rId394"/>
          <a:srcRect l="0" r="0" t="0" b="0"/>
          <a:stretch/>
        </p:blipFill>
        <p:spPr>
          <a:xfrm>
            <a:off x="4655679" y="4554841"/>
            <a:ext cx="1386" cy="1492"/>
          </a:xfrm>
          <a:prstGeom prst="rect">
            <a:avLst/>
          </a:prstGeom>
        </p:spPr>
      </p:pic>
      <p:pic>
        <p:nvPicPr>
          <p:cNvPr id="399" name="Image 394" descr="preencoded.png">    </p:cNvPr>
          <p:cNvPicPr>
            <a:picLocks noChangeAspect="1"/>
          </p:cNvPicPr>
          <p:nvPr/>
        </p:nvPicPr>
        <p:blipFill>
          <a:blip r:embed="rId395"/>
          <a:srcRect l="0" r="0" t="0" b="0"/>
          <a:stretch/>
        </p:blipFill>
        <p:spPr>
          <a:xfrm>
            <a:off x="4663948" y="4558886"/>
            <a:ext cx="1386" cy="1492"/>
          </a:xfrm>
          <a:prstGeom prst="rect">
            <a:avLst/>
          </a:prstGeom>
        </p:spPr>
      </p:pic>
      <p:pic>
        <p:nvPicPr>
          <p:cNvPr id="400" name="Image 395" descr="preencoded.png">    </p:cNvPr>
          <p:cNvPicPr>
            <a:picLocks noChangeAspect="1"/>
          </p:cNvPicPr>
          <p:nvPr/>
        </p:nvPicPr>
        <p:blipFill>
          <a:blip r:embed="rId396"/>
          <a:srcRect l="0" r="0" t="0" b="0"/>
          <a:stretch/>
        </p:blipFill>
        <p:spPr>
          <a:xfrm>
            <a:off x="4655511" y="4558886"/>
            <a:ext cx="1386" cy="1492"/>
          </a:xfrm>
          <a:prstGeom prst="rect">
            <a:avLst/>
          </a:prstGeom>
        </p:spPr>
      </p:pic>
      <p:pic>
        <p:nvPicPr>
          <p:cNvPr id="401" name="Image 396" descr="preencoded.png">    </p:cNvPr>
          <p:cNvPicPr>
            <a:picLocks noChangeAspect="1"/>
          </p:cNvPicPr>
          <p:nvPr/>
        </p:nvPicPr>
        <p:blipFill>
          <a:blip r:embed="rId397"/>
          <a:srcRect l="0" r="0" t="0" b="0"/>
          <a:stretch/>
        </p:blipFill>
        <p:spPr>
          <a:xfrm>
            <a:off x="4661883" y="4568051"/>
            <a:ext cx="1386" cy="1492"/>
          </a:xfrm>
          <a:prstGeom prst="rect">
            <a:avLst/>
          </a:prstGeom>
        </p:spPr>
      </p:pic>
      <p:pic>
        <p:nvPicPr>
          <p:cNvPr id="402" name="Image 397" descr="preencoded.png">    </p:cNvPr>
          <p:cNvPicPr>
            <a:picLocks noChangeAspect="1"/>
          </p:cNvPicPr>
          <p:nvPr/>
        </p:nvPicPr>
        <p:blipFill>
          <a:blip r:embed="rId398"/>
          <a:srcRect l="0" r="0" t="0" b="0"/>
          <a:stretch/>
        </p:blipFill>
        <p:spPr>
          <a:xfrm>
            <a:off x="4654814" y="4568051"/>
            <a:ext cx="1386" cy="1492"/>
          </a:xfrm>
          <a:prstGeom prst="rect">
            <a:avLst/>
          </a:prstGeom>
        </p:spPr>
      </p:pic>
      <p:pic>
        <p:nvPicPr>
          <p:cNvPr id="403" name="Image 398" descr="preencoded.png">    </p:cNvPr>
          <p:cNvPicPr>
            <a:picLocks noChangeAspect="1"/>
          </p:cNvPicPr>
          <p:nvPr/>
        </p:nvPicPr>
        <p:blipFill>
          <a:blip r:embed="rId399"/>
          <a:srcRect l="0" r="-72" t="0" b="0"/>
          <a:stretch/>
        </p:blipFill>
        <p:spPr>
          <a:xfrm>
            <a:off x="4662208" y="4565994"/>
            <a:ext cx="1386" cy="1492"/>
          </a:xfrm>
          <a:prstGeom prst="rect">
            <a:avLst/>
          </a:prstGeom>
        </p:spPr>
      </p:pic>
      <p:pic>
        <p:nvPicPr>
          <p:cNvPr id="404" name="Image 399" descr="preencoded.png">    </p:cNvPr>
          <p:cNvPicPr>
            <a:picLocks noChangeAspect="1"/>
          </p:cNvPicPr>
          <p:nvPr/>
        </p:nvPicPr>
        <p:blipFill>
          <a:blip r:embed="rId400"/>
          <a:srcRect l="0" r="-72" t="0" b="0"/>
          <a:stretch/>
        </p:blipFill>
        <p:spPr>
          <a:xfrm>
            <a:off x="4654990" y="4565994"/>
            <a:ext cx="1386" cy="1492"/>
          </a:xfrm>
          <a:prstGeom prst="rect">
            <a:avLst/>
          </a:prstGeom>
        </p:spPr>
      </p:pic>
      <p:pic>
        <p:nvPicPr>
          <p:cNvPr id="405" name="Image 400" descr="preencoded.png">    </p:cNvPr>
          <p:cNvPicPr>
            <a:picLocks noChangeAspect="1"/>
          </p:cNvPicPr>
          <p:nvPr/>
        </p:nvPicPr>
        <p:blipFill>
          <a:blip r:embed="rId401"/>
          <a:srcRect l="0" r="0" t="0" b="0"/>
          <a:stretch/>
        </p:blipFill>
        <p:spPr>
          <a:xfrm>
            <a:off x="4662562" y="4563625"/>
            <a:ext cx="1386" cy="1492"/>
          </a:xfrm>
          <a:prstGeom prst="rect">
            <a:avLst/>
          </a:prstGeom>
        </p:spPr>
      </p:pic>
      <p:pic>
        <p:nvPicPr>
          <p:cNvPr id="406" name="Image 401" descr="preencoded.png">    </p:cNvPr>
          <p:cNvPicPr>
            <a:picLocks noChangeAspect="1"/>
          </p:cNvPicPr>
          <p:nvPr/>
        </p:nvPicPr>
        <p:blipFill>
          <a:blip r:embed="rId402"/>
          <a:srcRect l="0" r="0" t="0" b="0"/>
          <a:stretch/>
        </p:blipFill>
        <p:spPr>
          <a:xfrm>
            <a:off x="4655679" y="4563625"/>
            <a:ext cx="1386" cy="1492"/>
          </a:xfrm>
          <a:prstGeom prst="rect">
            <a:avLst/>
          </a:prstGeom>
        </p:spPr>
      </p:pic>
      <p:pic>
        <p:nvPicPr>
          <p:cNvPr id="407" name="Image 402" descr="preencoded.png">    </p:cNvPr>
          <p:cNvPicPr>
            <a:picLocks noChangeAspect="1"/>
          </p:cNvPicPr>
          <p:nvPr/>
        </p:nvPicPr>
        <p:blipFill>
          <a:blip r:embed="rId403"/>
          <a:srcRect l="0" r="0" t="0" b="0"/>
          <a:stretch/>
        </p:blipFill>
        <p:spPr>
          <a:xfrm>
            <a:off x="4663260" y="4561256"/>
            <a:ext cx="1386" cy="1492"/>
          </a:xfrm>
          <a:prstGeom prst="rect">
            <a:avLst/>
          </a:prstGeom>
        </p:spPr>
      </p:pic>
      <p:pic>
        <p:nvPicPr>
          <p:cNvPr id="408" name="Image 403" descr="preencoded.png">    </p:cNvPr>
          <p:cNvPicPr>
            <a:picLocks noChangeAspect="1"/>
          </p:cNvPicPr>
          <p:nvPr/>
        </p:nvPicPr>
        <p:blipFill>
          <a:blip r:embed="rId404"/>
          <a:srcRect l="0" r="0" t="0" b="0"/>
          <a:stretch/>
        </p:blipFill>
        <p:spPr>
          <a:xfrm>
            <a:off x="4655679" y="4561256"/>
            <a:ext cx="1386" cy="1492"/>
          </a:xfrm>
          <a:prstGeom prst="rect">
            <a:avLst/>
          </a:prstGeom>
        </p:spPr>
      </p:pic>
      <p:pic>
        <p:nvPicPr>
          <p:cNvPr id="409" name="Image 404" descr="preencoded.png">    </p:cNvPr>
          <p:cNvPicPr>
            <a:picLocks noChangeAspect="1"/>
          </p:cNvPicPr>
          <p:nvPr/>
        </p:nvPicPr>
        <p:blipFill>
          <a:blip r:embed="rId405"/>
          <a:srcRect l="0" r="0" t="0" b="0"/>
          <a:stretch/>
        </p:blipFill>
        <p:spPr>
          <a:xfrm>
            <a:off x="4657846" y="4550065"/>
            <a:ext cx="10083" cy="4751"/>
          </a:xfrm>
          <a:prstGeom prst="rect">
            <a:avLst/>
          </a:prstGeom>
        </p:spPr>
      </p:pic>
      <p:pic>
        <p:nvPicPr>
          <p:cNvPr id="410" name="Image 405" descr="preencoded.png">    </p:cNvPr>
          <p:cNvPicPr>
            <a:picLocks noChangeAspect="1"/>
          </p:cNvPicPr>
          <p:nvPr/>
        </p:nvPicPr>
        <p:blipFill>
          <a:blip r:embed="rId406"/>
          <a:srcRect l="0" r="0" t="0" b="0"/>
          <a:stretch/>
        </p:blipFill>
        <p:spPr>
          <a:xfrm>
            <a:off x="4655511" y="4555587"/>
            <a:ext cx="20334" cy="16638"/>
          </a:xfrm>
          <a:prstGeom prst="rect">
            <a:avLst/>
          </a:prstGeom>
        </p:spPr>
      </p:pic>
      <p:pic>
        <p:nvPicPr>
          <p:cNvPr id="411" name="Image 406" descr="preencoded.png">    </p:cNvPr>
          <p:cNvPicPr>
            <a:picLocks noChangeAspect="1"/>
          </p:cNvPicPr>
          <p:nvPr/>
        </p:nvPicPr>
        <p:blipFill>
          <a:blip r:embed="rId407"/>
          <a:srcRect l="0" r="2" t="0" b="0"/>
          <a:stretch/>
        </p:blipFill>
        <p:spPr>
          <a:xfrm>
            <a:off x="5010680" y="5060607"/>
            <a:ext cx="87353" cy="12922"/>
          </a:xfrm>
          <a:prstGeom prst="rect">
            <a:avLst/>
          </a:prstGeom>
        </p:spPr>
      </p:pic>
      <p:pic>
        <p:nvPicPr>
          <p:cNvPr id="412" name="Image 407" descr="preencoded.png">    </p:cNvPr>
          <p:cNvPicPr>
            <a:picLocks noChangeAspect="1"/>
          </p:cNvPicPr>
          <p:nvPr/>
        </p:nvPicPr>
        <p:blipFill>
          <a:blip r:embed="rId408"/>
          <a:srcRect l="0" r="2" t="0" b="0"/>
          <a:stretch/>
        </p:blipFill>
        <p:spPr>
          <a:xfrm>
            <a:off x="5177991" y="5078885"/>
            <a:ext cx="87353" cy="12922"/>
          </a:xfrm>
          <a:prstGeom prst="rect">
            <a:avLst/>
          </a:prstGeom>
        </p:spPr>
      </p:pic>
      <p:pic>
        <p:nvPicPr>
          <p:cNvPr id="413" name="Image 408" descr="preencoded.png">    </p:cNvPr>
          <p:cNvPicPr>
            <a:picLocks noChangeAspect="1"/>
          </p:cNvPicPr>
          <p:nvPr/>
        </p:nvPicPr>
        <p:blipFill>
          <a:blip r:embed="rId409"/>
          <a:srcRect l="0" r="2" t="0" b="0"/>
          <a:stretch/>
        </p:blipFill>
        <p:spPr>
          <a:xfrm>
            <a:off x="5375067" y="5054146"/>
            <a:ext cx="87353" cy="12922"/>
          </a:xfrm>
          <a:prstGeom prst="rect">
            <a:avLst/>
          </a:prstGeom>
        </p:spPr>
      </p:pic>
      <p:pic>
        <p:nvPicPr>
          <p:cNvPr id="414" name="Image 409" descr="preencoded.png">    </p:cNvPr>
          <p:cNvPicPr>
            <a:picLocks noChangeAspect="1"/>
          </p:cNvPicPr>
          <p:nvPr/>
        </p:nvPicPr>
        <p:blipFill>
          <a:blip r:embed="rId410"/>
          <a:srcRect l="0" r="-3" t="0" b="11"/>
          <a:stretch/>
        </p:blipFill>
        <p:spPr>
          <a:xfrm>
            <a:off x="5123659" y="5132795"/>
            <a:ext cx="62099" cy="9185"/>
          </a:xfrm>
          <a:prstGeom prst="rect">
            <a:avLst/>
          </a:prstGeom>
        </p:spPr>
      </p:pic>
      <p:pic>
        <p:nvPicPr>
          <p:cNvPr id="415" name="Image 410" descr="preencoded.png">    </p:cNvPr>
          <p:cNvPicPr>
            <a:picLocks noChangeAspect="1"/>
          </p:cNvPicPr>
          <p:nvPr/>
        </p:nvPicPr>
        <p:blipFill>
          <a:blip r:embed="rId411"/>
          <a:srcRect l="0" r="0" t="0" b="0"/>
          <a:stretch/>
        </p:blipFill>
        <p:spPr>
          <a:xfrm>
            <a:off x="5297305" y="5128202"/>
            <a:ext cx="62099" cy="9186"/>
          </a:xfrm>
          <a:prstGeom prst="rect">
            <a:avLst/>
          </a:prstGeom>
        </p:spPr>
      </p:pic>
      <p:pic>
        <p:nvPicPr>
          <p:cNvPr id="416" name="Image 411" descr="preencoded.png">    </p:cNvPr>
          <p:cNvPicPr>
            <a:picLocks noChangeAspect="1"/>
          </p:cNvPicPr>
          <p:nvPr/>
        </p:nvPicPr>
        <p:blipFill>
          <a:blip r:embed="rId412"/>
          <a:srcRect l="0" r="0" t="0" b="0"/>
          <a:stretch/>
        </p:blipFill>
        <p:spPr>
          <a:xfrm>
            <a:off x="5198018" y="4726578"/>
            <a:ext cx="210555" cy="357319"/>
          </a:xfrm>
          <a:prstGeom prst="rect">
            <a:avLst/>
          </a:prstGeom>
        </p:spPr>
      </p:pic>
      <p:pic>
        <p:nvPicPr>
          <p:cNvPr id="417" name="Image 412" descr="preencoded.png">    </p:cNvPr>
          <p:cNvPicPr>
            <a:picLocks noChangeAspect="1"/>
          </p:cNvPicPr>
          <p:nvPr/>
        </p:nvPicPr>
        <p:blipFill>
          <a:blip r:embed="rId413"/>
          <a:srcRect l="0" r="0" t="0" b="0"/>
          <a:stretch/>
        </p:blipFill>
        <p:spPr>
          <a:xfrm>
            <a:off x="5216696" y="4762518"/>
            <a:ext cx="148065" cy="323095"/>
          </a:xfrm>
          <a:prstGeom prst="rect">
            <a:avLst/>
          </a:prstGeom>
        </p:spPr>
      </p:pic>
      <p:pic>
        <p:nvPicPr>
          <p:cNvPr id="418" name="Image 413" descr="preencoded.png">    </p:cNvPr>
          <p:cNvPicPr>
            <a:picLocks noChangeAspect="1"/>
          </p:cNvPicPr>
          <p:nvPr/>
        </p:nvPicPr>
        <p:blipFill>
          <a:blip r:embed="rId414"/>
          <a:srcRect l="0" r="0" t="0" b="0"/>
          <a:stretch/>
        </p:blipFill>
        <p:spPr>
          <a:xfrm>
            <a:off x="5257233" y="4784326"/>
            <a:ext cx="20994" cy="46879"/>
          </a:xfrm>
          <a:prstGeom prst="rect">
            <a:avLst/>
          </a:prstGeom>
        </p:spPr>
      </p:pic>
      <p:pic>
        <p:nvPicPr>
          <p:cNvPr id="419" name="Image 414" descr="preencoded.png">    </p:cNvPr>
          <p:cNvPicPr>
            <a:picLocks noChangeAspect="1"/>
          </p:cNvPicPr>
          <p:nvPr/>
        </p:nvPicPr>
        <p:blipFill>
          <a:blip r:embed="rId415"/>
          <a:srcRect l="0" r="0" t="0" b="0"/>
          <a:stretch/>
        </p:blipFill>
        <p:spPr>
          <a:xfrm>
            <a:off x="5310885" y="4790159"/>
            <a:ext cx="35551" cy="12847"/>
          </a:xfrm>
          <a:prstGeom prst="rect">
            <a:avLst/>
          </a:prstGeom>
        </p:spPr>
      </p:pic>
      <p:pic>
        <p:nvPicPr>
          <p:cNvPr id="420" name="Image 415" descr="preencoded.png">    </p:cNvPr>
          <p:cNvPicPr>
            <a:picLocks noChangeAspect="1"/>
          </p:cNvPicPr>
          <p:nvPr/>
        </p:nvPicPr>
        <p:blipFill>
          <a:blip r:embed="rId416"/>
          <a:srcRect l="0" r="0" t="0" b="0"/>
          <a:stretch/>
        </p:blipFill>
        <p:spPr>
          <a:xfrm>
            <a:off x="5239615" y="4878664"/>
            <a:ext cx="35802" cy="11313"/>
          </a:xfrm>
          <a:prstGeom prst="rect">
            <a:avLst/>
          </a:prstGeom>
        </p:spPr>
      </p:pic>
      <p:pic>
        <p:nvPicPr>
          <p:cNvPr id="421" name="Image 416" descr="preencoded.png">    </p:cNvPr>
          <p:cNvPicPr>
            <a:picLocks noChangeAspect="1"/>
          </p:cNvPicPr>
          <p:nvPr/>
        </p:nvPicPr>
        <p:blipFill>
          <a:blip r:embed="rId417"/>
          <a:srcRect l="0" r="0" t="0" b="0"/>
          <a:stretch/>
        </p:blipFill>
        <p:spPr>
          <a:xfrm>
            <a:off x="5207171" y="4914491"/>
            <a:ext cx="22092" cy="10330"/>
          </a:xfrm>
          <a:prstGeom prst="rect">
            <a:avLst/>
          </a:prstGeom>
        </p:spPr>
      </p:pic>
      <p:pic>
        <p:nvPicPr>
          <p:cNvPr id="422" name="Image 417" descr="preencoded.png">    </p:cNvPr>
          <p:cNvPicPr>
            <a:picLocks noChangeAspect="1"/>
          </p:cNvPicPr>
          <p:nvPr/>
        </p:nvPicPr>
        <p:blipFill>
          <a:blip r:embed="rId418"/>
          <a:srcRect l="0" r="-4" t="0" b="0"/>
          <a:stretch/>
        </p:blipFill>
        <p:spPr>
          <a:xfrm>
            <a:off x="5220128" y="4931761"/>
            <a:ext cx="108245" cy="153859"/>
          </a:xfrm>
          <a:prstGeom prst="rect">
            <a:avLst/>
          </a:prstGeom>
        </p:spPr>
      </p:pic>
      <p:pic>
        <p:nvPicPr>
          <p:cNvPr id="423" name="Image 418" descr="preencoded.png">    </p:cNvPr>
          <p:cNvPicPr>
            <a:picLocks noChangeAspect="1"/>
          </p:cNvPicPr>
          <p:nvPr/>
        </p:nvPicPr>
        <p:blipFill>
          <a:blip r:embed="rId419"/>
          <a:srcRect l="0" r="0" t="0" b="0"/>
          <a:stretch/>
        </p:blipFill>
        <p:spPr>
          <a:xfrm>
            <a:off x="5221198" y="4961659"/>
            <a:ext cx="91687" cy="125121"/>
          </a:xfrm>
          <a:prstGeom prst="rect">
            <a:avLst/>
          </a:prstGeom>
        </p:spPr>
      </p:pic>
      <p:pic>
        <p:nvPicPr>
          <p:cNvPr id="424" name="Image 419" descr="preencoded.png">    </p:cNvPr>
          <p:cNvPicPr>
            <a:picLocks noChangeAspect="1"/>
          </p:cNvPicPr>
          <p:nvPr/>
        </p:nvPicPr>
        <p:blipFill>
          <a:blip r:embed="rId420"/>
          <a:srcRect l="0" r="0" t="0" b="0"/>
          <a:stretch/>
        </p:blipFill>
        <p:spPr>
          <a:xfrm>
            <a:off x="5300402" y="4980023"/>
            <a:ext cx="17580" cy="3118"/>
          </a:xfrm>
          <a:prstGeom prst="rect">
            <a:avLst/>
          </a:prstGeom>
        </p:spPr>
      </p:pic>
      <p:pic>
        <p:nvPicPr>
          <p:cNvPr id="425" name="Image 420" descr="preencoded.png">    </p:cNvPr>
          <p:cNvPicPr>
            <a:picLocks noChangeAspect="1"/>
          </p:cNvPicPr>
          <p:nvPr/>
        </p:nvPicPr>
        <p:blipFill>
          <a:blip r:embed="rId421"/>
          <a:srcRect l="0" r="0" t="0" b="0"/>
          <a:stretch/>
        </p:blipFill>
        <p:spPr>
          <a:xfrm>
            <a:off x="5269371" y="5023065"/>
            <a:ext cx="27701" cy="4385"/>
          </a:xfrm>
          <a:prstGeom prst="rect">
            <a:avLst/>
          </a:prstGeom>
        </p:spPr>
      </p:pic>
      <p:pic>
        <p:nvPicPr>
          <p:cNvPr id="426" name="Image 421" descr="preencoded.png">    </p:cNvPr>
          <p:cNvPicPr>
            <a:picLocks noChangeAspect="1"/>
          </p:cNvPicPr>
          <p:nvPr/>
        </p:nvPicPr>
        <p:blipFill>
          <a:blip r:embed="rId422"/>
          <a:srcRect l="0" r="0" t="0" b="0"/>
          <a:stretch/>
        </p:blipFill>
        <p:spPr>
          <a:xfrm>
            <a:off x="5280152" y="4988632"/>
            <a:ext cx="6055" cy="16054"/>
          </a:xfrm>
          <a:prstGeom prst="rect">
            <a:avLst/>
          </a:prstGeom>
        </p:spPr>
      </p:pic>
      <p:pic>
        <p:nvPicPr>
          <p:cNvPr id="427" name="Image 422" descr="preencoded.png">    </p:cNvPr>
          <p:cNvPicPr>
            <a:picLocks noChangeAspect="1"/>
          </p:cNvPicPr>
          <p:nvPr/>
        </p:nvPicPr>
        <p:blipFill>
          <a:blip r:embed="rId423"/>
          <a:srcRect l="0" r="0" t="0" b="0"/>
          <a:stretch/>
        </p:blipFill>
        <p:spPr>
          <a:xfrm>
            <a:off x="5250861" y="5035690"/>
            <a:ext cx="3646" cy="14169"/>
          </a:xfrm>
          <a:prstGeom prst="rect">
            <a:avLst/>
          </a:prstGeom>
        </p:spPr>
      </p:pic>
      <p:pic>
        <p:nvPicPr>
          <p:cNvPr id="428" name="Image 423" descr="preencoded.png">    </p:cNvPr>
          <p:cNvPicPr>
            <a:picLocks noChangeAspect="1"/>
          </p:cNvPicPr>
          <p:nvPr/>
        </p:nvPicPr>
        <p:blipFill>
          <a:blip r:embed="rId424"/>
          <a:srcRect l="0" r="-4" t="0" b="0"/>
          <a:stretch/>
        </p:blipFill>
        <p:spPr>
          <a:xfrm>
            <a:off x="5114023" y="4931761"/>
            <a:ext cx="108245" cy="153859"/>
          </a:xfrm>
          <a:prstGeom prst="rect">
            <a:avLst/>
          </a:prstGeom>
        </p:spPr>
      </p:pic>
      <p:pic>
        <p:nvPicPr>
          <p:cNvPr id="429" name="Image 424" descr="preencoded.png">    </p:cNvPr>
          <p:cNvPicPr>
            <a:picLocks noChangeAspect="1"/>
          </p:cNvPicPr>
          <p:nvPr/>
        </p:nvPicPr>
        <p:blipFill>
          <a:blip r:embed="rId425"/>
          <a:srcRect l="0" r="0" t="0" b="0"/>
          <a:stretch/>
        </p:blipFill>
        <p:spPr>
          <a:xfrm>
            <a:off x="5131343" y="4961659"/>
            <a:ext cx="91687" cy="125121"/>
          </a:xfrm>
          <a:prstGeom prst="rect">
            <a:avLst/>
          </a:prstGeom>
        </p:spPr>
      </p:pic>
      <p:pic>
        <p:nvPicPr>
          <p:cNvPr id="430" name="Image 425" descr="preencoded.png">    </p:cNvPr>
          <p:cNvPicPr>
            <a:picLocks noChangeAspect="1"/>
          </p:cNvPicPr>
          <p:nvPr/>
        </p:nvPicPr>
        <p:blipFill>
          <a:blip r:embed="rId426"/>
          <a:srcRect l="0" r="0" t="0" b="0"/>
          <a:stretch/>
        </p:blipFill>
        <p:spPr>
          <a:xfrm>
            <a:off x="5124422" y="4980023"/>
            <a:ext cx="17580" cy="3118"/>
          </a:xfrm>
          <a:prstGeom prst="rect">
            <a:avLst/>
          </a:prstGeom>
        </p:spPr>
      </p:pic>
      <p:pic>
        <p:nvPicPr>
          <p:cNvPr id="431" name="Image 426" descr="preencoded.png">    </p:cNvPr>
          <p:cNvPicPr>
            <a:picLocks noChangeAspect="1"/>
          </p:cNvPicPr>
          <p:nvPr/>
        </p:nvPicPr>
        <p:blipFill>
          <a:blip r:embed="rId427"/>
          <a:srcRect l="0" r="0" t="0" b="0"/>
          <a:stretch/>
        </p:blipFill>
        <p:spPr>
          <a:xfrm>
            <a:off x="5145472" y="5023065"/>
            <a:ext cx="27701" cy="4385"/>
          </a:xfrm>
          <a:prstGeom prst="rect">
            <a:avLst/>
          </a:prstGeom>
        </p:spPr>
      </p:pic>
      <p:pic>
        <p:nvPicPr>
          <p:cNvPr id="432" name="Image 427" descr="preencoded.png">    </p:cNvPr>
          <p:cNvPicPr>
            <a:picLocks noChangeAspect="1"/>
          </p:cNvPicPr>
          <p:nvPr/>
        </p:nvPicPr>
        <p:blipFill>
          <a:blip r:embed="rId428"/>
          <a:srcRect l="0" r="0" t="0" b="0"/>
          <a:stretch/>
        </p:blipFill>
        <p:spPr>
          <a:xfrm>
            <a:off x="5159248" y="4988632"/>
            <a:ext cx="6055" cy="16054"/>
          </a:xfrm>
          <a:prstGeom prst="rect">
            <a:avLst/>
          </a:prstGeom>
        </p:spPr>
      </p:pic>
      <p:pic>
        <p:nvPicPr>
          <p:cNvPr id="433" name="Image 428" descr="preencoded.png">    </p:cNvPr>
          <p:cNvPicPr>
            <a:picLocks noChangeAspect="1"/>
          </p:cNvPicPr>
          <p:nvPr/>
        </p:nvPicPr>
        <p:blipFill>
          <a:blip r:embed="rId429"/>
          <a:srcRect l="0" r="0" t="0" b="0"/>
          <a:stretch/>
        </p:blipFill>
        <p:spPr>
          <a:xfrm>
            <a:off x="5191004" y="5035690"/>
            <a:ext cx="3646" cy="14169"/>
          </a:xfrm>
          <a:prstGeom prst="rect">
            <a:avLst/>
          </a:prstGeom>
        </p:spPr>
      </p:pic>
      <p:pic>
        <p:nvPicPr>
          <p:cNvPr id="434" name="Image 429" descr="preencoded.png">    </p:cNvPr>
          <p:cNvPicPr>
            <a:picLocks noChangeAspect="1"/>
          </p:cNvPicPr>
          <p:nvPr/>
        </p:nvPicPr>
        <p:blipFill>
          <a:blip r:embed="rId430"/>
          <a:srcRect l="0" r="0" t="0" b="0"/>
          <a:stretch/>
        </p:blipFill>
        <p:spPr>
          <a:xfrm>
            <a:off x="5305816" y="5101083"/>
            <a:ext cx="43886" cy="28443"/>
          </a:xfrm>
          <a:prstGeom prst="rect">
            <a:avLst/>
          </a:prstGeom>
        </p:spPr>
      </p:pic>
      <p:pic>
        <p:nvPicPr>
          <p:cNvPr id="435" name="Image 430" descr="preencoded.png">    </p:cNvPr>
          <p:cNvPicPr>
            <a:picLocks noChangeAspect="1"/>
          </p:cNvPicPr>
          <p:nvPr/>
        </p:nvPicPr>
        <p:blipFill>
          <a:blip r:embed="rId431"/>
          <a:srcRect l="0" r="0" t="0" b="0"/>
          <a:stretch/>
        </p:blipFill>
        <p:spPr>
          <a:xfrm>
            <a:off x="5032446" y="5037753"/>
            <a:ext cx="43886" cy="28443"/>
          </a:xfrm>
          <a:prstGeom prst="rect">
            <a:avLst/>
          </a:prstGeom>
        </p:spPr>
      </p:pic>
      <p:pic>
        <p:nvPicPr>
          <p:cNvPr id="436" name="Image 431" descr="preencoded.png">    </p:cNvPr>
          <p:cNvPicPr>
            <a:picLocks noChangeAspect="1"/>
          </p:cNvPicPr>
          <p:nvPr/>
        </p:nvPicPr>
        <p:blipFill>
          <a:blip r:embed="rId432"/>
          <a:srcRect l="0" r="0" t="0" b="0"/>
          <a:stretch/>
        </p:blipFill>
        <p:spPr>
          <a:xfrm>
            <a:off x="5123557" y="5101083"/>
            <a:ext cx="43886" cy="28443"/>
          </a:xfrm>
          <a:prstGeom prst="rect">
            <a:avLst/>
          </a:prstGeom>
        </p:spPr>
      </p:pic>
      <p:pic>
        <p:nvPicPr>
          <p:cNvPr id="437" name="Image 432" descr="preencoded.png">    </p:cNvPr>
          <p:cNvPicPr>
            <a:picLocks noChangeAspect="1"/>
          </p:cNvPicPr>
          <p:nvPr/>
        </p:nvPicPr>
        <p:blipFill>
          <a:blip r:embed="rId433"/>
          <a:srcRect l="0" r="-7" t="0" b="0"/>
          <a:stretch/>
        </p:blipFill>
        <p:spPr>
          <a:xfrm>
            <a:off x="5405484" y="4994325"/>
            <a:ext cx="29235" cy="51413"/>
          </a:xfrm>
          <a:prstGeom prst="rect">
            <a:avLst/>
          </a:prstGeom>
        </p:spPr>
      </p:pic>
      <p:pic>
        <p:nvPicPr>
          <p:cNvPr id="438" name="Image 433" descr="preencoded.png">    </p:cNvPr>
          <p:cNvPicPr>
            <a:picLocks noChangeAspect="1"/>
          </p:cNvPicPr>
          <p:nvPr/>
        </p:nvPicPr>
        <p:blipFill>
          <a:blip r:embed="rId434"/>
          <a:srcRect l="0" r="0" t="0" b="0"/>
          <a:stretch/>
        </p:blipFill>
        <p:spPr>
          <a:xfrm>
            <a:off x="5405810" y="4994325"/>
            <a:ext cx="28901" cy="51413"/>
          </a:xfrm>
          <a:prstGeom prst="rect">
            <a:avLst/>
          </a:prstGeom>
        </p:spPr>
      </p:pic>
      <p:pic>
        <p:nvPicPr>
          <p:cNvPr id="439" name="Image 434" descr="preencoded.png">    </p:cNvPr>
          <p:cNvPicPr>
            <a:picLocks noChangeAspect="1"/>
          </p:cNvPicPr>
          <p:nvPr/>
        </p:nvPicPr>
        <p:blipFill>
          <a:blip r:embed="rId435"/>
          <a:srcRect l="0" r="148" t="0" b="0"/>
          <a:stretch/>
        </p:blipFill>
        <p:spPr>
          <a:xfrm>
            <a:off x="5431110" y="5002977"/>
            <a:ext cx="1349" cy="7112"/>
          </a:xfrm>
          <a:prstGeom prst="rect">
            <a:avLst/>
          </a:prstGeom>
        </p:spPr>
      </p:pic>
      <p:pic>
        <p:nvPicPr>
          <p:cNvPr id="440" name="Image 435" descr="preencoded.png">    </p:cNvPr>
          <p:cNvPicPr>
            <a:picLocks noChangeAspect="1"/>
          </p:cNvPicPr>
          <p:nvPr/>
        </p:nvPicPr>
        <p:blipFill>
          <a:blip r:embed="rId436"/>
          <a:srcRect l="0" r="17" t="0" b="0"/>
          <a:stretch/>
        </p:blipFill>
        <p:spPr>
          <a:xfrm>
            <a:off x="5431566" y="5006310"/>
            <a:ext cx="6055" cy="3946"/>
          </a:xfrm>
          <a:prstGeom prst="rect">
            <a:avLst/>
          </a:prstGeom>
        </p:spPr>
      </p:pic>
      <p:pic>
        <p:nvPicPr>
          <p:cNvPr id="441" name="Image 436" descr="preencoded.png">    </p:cNvPr>
          <p:cNvPicPr>
            <a:picLocks noChangeAspect="1"/>
          </p:cNvPicPr>
          <p:nvPr/>
        </p:nvPicPr>
        <p:blipFill>
          <a:blip r:embed="rId437"/>
          <a:srcRect l="0" r="-10" t="0" b="0"/>
          <a:stretch/>
        </p:blipFill>
        <p:spPr>
          <a:xfrm>
            <a:off x="5377523" y="4994325"/>
            <a:ext cx="29235" cy="51413"/>
          </a:xfrm>
          <a:prstGeom prst="rect">
            <a:avLst/>
          </a:prstGeom>
        </p:spPr>
      </p:pic>
      <p:pic>
        <p:nvPicPr>
          <p:cNvPr id="442" name="Image 437" descr="preencoded.png">    </p:cNvPr>
          <p:cNvPicPr>
            <a:picLocks noChangeAspect="1"/>
          </p:cNvPicPr>
          <p:nvPr/>
        </p:nvPicPr>
        <p:blipFill>
          <a:blip r:embed="rId438"/>
          <a:srcRect l="0" r="0" t="0" b="0"/>
          <a:stretch/>
        </p:blipFill>
        <p:spPr>
          <a:xfrm>
            <a:off x="5377523" y="4994325"/>
            <a:ext cx="28901" cy="51413"/>
          </a:xfrm>
          <a:prstGeom prst="rect">
            <a:avLst/>
          </a:prstGeom>
        </p:spPr>
      </p:pic>
      <p:pic>
        <p:nvPicPr>
          <p:cNvPr id="443" name="Image 438" descr="preencoded.png">    </p:cNvPr>
          <p:cNvPicPr>
            <a:picLocks noChangeAspect="1"/>
          </p:cNvPicPr>
          <p:nvPr/>
        </p:nvPicPr>
        <p:blipFill>
          <a:blip r:embed="rId439"/>
          <a:srcRect l="0" r="148" t="0" b="0"/>
          <a:stretch/>
        </p:blipFill>
        <p:spPr>
          <a:xfrm>
            <a:off x="5379783" y="5002977"/>
            <a:ext cx="1349" cy="7112"/>
          </a:xfrm>
          <a:prstGeom prst="rect">
            <a:avLst/>
          </a:prstGeom>
        </p:spPr>
      </p:pic>
      <p:pic>
        <p:nvPicPr>
          <p:cNvPr id="444" name="Image 439" descr="preencoded.png">    </p:cNvPr>
          <p:cNvPicPr>
            <a:picLocks noChangeAspect="1"/>
          </p:cNvPicPr>
          <p:nvPr/>
        </p:nvPicPr>
        <p:blipFill>
          <a:blip r:embed="rId440"/>
          <a:srcRect l="0" r="17" t="0" b="0"/>
          <a:stretch/>
        </p:blipFill>
        <p:spPr>
          <a:xfrm>
            <a:off x="5374611" y="5006310"/>
            <a:ext cx="6055" cy="3946"/>
          </a:xfrm>
          <a:prstGeom prst="rect">
            <a:avLst/>
          </a:prstGeom>
        </p:spPr>
      </p:pic>
      <p:pic>
        <p:nvPicPr>
          <p:cNvPr id="445" name="Image 440" descr="preencoded.png">    </p:cNvPr>
          <p:cNvPicPr>
            <a:picLocks noChangeAspect="1"/>
          </p:cNvPicPr>
          <p:nvPr/>
        </p:nvPicPr>
        <p:blipFill>
          <a:blip r:embed="rId441"/>
          <a:srcRect l="0" r="7" t="0" b="0"/>
          <a:stretch/>
        </p:blipFill>
        <p:spPr>
          <a:xfrm>
            <a:off x="5381644" y="5035134"/>
            <a:ext cx="60880" cy="33310"/>
          </a:xfrm>
          <a:prstGeom prst="rect">
            <a:avLst/>
          </a:prstGeom>
        </p:spPr>
      </p:pic>
      <p:pic>
        <p:nvPicPr>
          <p:cNvPr id="446" name="Image 441" descr="preencoded.png">    </p:cNvPr>
          <p:cNvPicPr>
            <a:picLocks noChangeAspect="1"/>
          </p:cNvPicPr>
          <p:nvPr/>
        </p:nvPicPr>
        <p:blipFill>
          <a:blip r:embed="rId442"/>
          <a:srcRect l="0" r="0" t="0" b="0"/>
          <a:stretch/>
        </p:blipFill>
        <p:spPr>
          <a:xfrm>
            <a:off x="5381644" y="5044636"/>
            <a:ext cx="60880" cy="23807"/>
          </a:xfrm>
          <a:prstGeom prst="rect">
            <a:avLst/>
          </a:prstGeom>
        </p:spPr>
      </p:pic>
      <p:pic>
        <p:nvPicPr>
          <p:cNvPr id="447" name="Image 442" descr="preencoded.png">    </p:cNvPr>
          <p:cNvPicPr>
            <a:picLocks noChangeAspect="1"/>
          </p:cNvPicPr>
          <p:nvPr/>
        </p:nvPicPr>
        <p:blipFill>
          <a:blip r:embed="rId443"/>
          <a:srcRect l="0" r="-15" t="0" b="0"/>
          <a:stretch/>
        </p:blipFill>
        <p:spPr>
          <a:xfrm>
            <a:off x="5452616" y="4231217"/>
            <a:ext cx="20092" cy="34394"/>
          </a:xfrm>
          <a:prstGeom prst="rect">
            <a:avLst/>
          </a:prstGeom>
        </p:spPr>
      </p:pic>
      <p:pic>
        <p:nvPicPr>
          <p:cNvPr id="448" name="Image 443" descr="preencoded.png">    </p:cNvPr>
          <p:cNvPicPr>
            <a:picLocks noChangeAspect="1"/>
          </p:cNvPicPr>
          <p:nvPr/>
        </p:nvPicPr>
        <p:blipFill>
          <a:blip r:embed="rId444"/>
          <a:srcRect l="0" r="27" t="0" b="10"/>
          <a:stretch/>
        </p:blipFill>
        <p:spPr>
          <a:xfrm>
            <a:off x="5401996" y="4246565"/>
            <a:ext cx="11302" cy="10321"/>
          </a:xfrm>
          <a:prstGeom prst="rect">
            <a:avLst/>
          </a:prstGeom>
        </p:spPr>
      </p:pic>
      <p:pic>
        <p:nvPicPr>
          <p:cNvPr id="449" name="Image 444" descr="preencoded.png">    </p:cNvPr>
          <p:cNvPicPr>
            <a:picLocks noChangeAspect="1"/>
          </p:cNvPicPr>
          <p:nvPr/>
        </p:nvPicPr>
        <p:blipFill>
          <a:blip r:embed="rId445"/>
          <a:srcRect l="0" r="30" t="0" b="0"/>
          <a:stretch/>
        </p:blipFill>
        <p:spPr>
          <a:xfrm>
            <a:off x="5437008" y="4309580"/>
            <a:ext cx="13134" cy="62324"/>
          </a:xfrm>
          <a:prstGeom prst="rect">
            <a:avLst/>
          </a:prstGeom>
        </p:spPr>
      </p:pic>
      <p:pic>
        <p:nvPicPr>
          <p:cNvPr id="450" name="Image 445" descr="preencoded.png">    </p:cNvPr>
          <p:cNvPicPr>
            <a:picLocks noChangeAspect="1"/>
          </p:cNvPicPr>
          <p:nvPr/>
        </p:nvPicPr>
        <p:blipFill>
          <a:blip r:embed="rId446"/>
          <a:srcRect l="0" r="16" t="0" b="0"/>
          <a:stretch/>
        </p:blipFill>
        <p:spPr>
          <a:xfrm>
            <a:off x="5437770" y="4366186"/>
            <a:ext cx="12213" cy="5718"/>
          </a:xfrm>
          <a:prstGeom prst="rect">
            <a:avLst/>
          </a:prstGeom>
        </p:spPr>
      </p:pic>
      <p:pic>
        <p:nvPicPr>
          <p:cNvPr id="451" name="Image 446" descr="preencoded.png">    </p:cNvPr>
          <p:cNvPicPr>
            <a:picLocks noChangeAspect="1"/>
          </p:cNvPicPr>
          <p:nvPr/>
        </p:nvPicPr>
        <p:blipFill>
          <a:blip r:embed="rId447"/>
          <a:srcRect l="0" r="20" t="0" b="0"/>
          <a:stretch/>
        </p:blipFill>
        <p:spPr>
          <a:xfrm>
            <a:off x="5437343" y="4366607"/>
            <a:ext cx="15069" cy="7922"/>
          </a:xfrm>
          <a:prstGeom prst="rect">
            <a:avLst/>
          </a:prstGeom>
        </p:spPr>
      </p:pic>
      <p:pic>
        <p:nvPicPr>
          <p:cNvPr id="452" name="Image 447" descr="preencoded.png">    </p:cNvPr>
          <p:cNvPicPr>
            <a:picLocks noChangeAspect="1"/>
          </p:cNvPicPr>
          <p:nvPr/>
        </p:nvPicPr>
        <p:blipFill>
          <a:blip r:embed="rId448"/>
          <a:srcRect l="0" r="0" t="0" b="0"/>
          <a:stretch/>
        </p:blipFill>
        <p:spPr>
          <a:xfrm>
            <a:off x="5450449" y="4308230"/>
            <a:ext cx="12409" cy="60614"/>
          </a:xfrm>
          <a:prstGeom prst="rect">
            <a:avLst/>
          </a:prstGeom>
        </p:spPr>
      </p:pic>
      <p:pic>
        <p:nvPicPr>
          <p:cNvPr id="453" name="Image 448" descr="preencoded.png">    </p:cNvPr>
          <p:cNvPicPr>
            <a:picLocks noChangeAspect="1"/>
          </p:cNvPicPr>
          <p:nvPr/>
        </p:nvPicPr>
        <p:blipFill>
          <a:blip r:embed="rId449"/>
          <a:srcRect l="0" r="28" t="0" b="0"/>
          <a:stretch/>
        </p:blipFill>
        <p:spPr>
          <a:xfrm>
            <a:off x="5452021" y="4363284"/>
            <a:ext cx="10613" cy="5561"/>
          </a:xfrm>
          <a:prstGeom prst="rect">
            <a:avLst/>
          </a:prstGeom>
        </p:spPr>
      </p:pic>
      <p:pic>
        <p:nvPicPr>
          <p:cNvPr id="454" name="Image 449" descr="preencoded.png">    </p:cNvPr>
          <p:cNvPicPr>
            <a:picLocks noChangeAspect="1"/>
          </p:cNvPicPr>
          <p:nvPr/>
        </p:nvPicPr>
        <p:blipFill>
          <a:blip r:embed="rId450"/>
          <a:srcRect l="0" r="0" t="0" b="0"/>
          <a:stretch/>
        </p:blipFill>
        <p:spPr>
          <a:xfrm>
            <a:off x="5451667" y="4363705"/>
            <a:ext cx="13943" cy="7132"/>
          </a:xfrm>
          <a:prstGeom prst="rect">
            <a:avLst/>
          </a:prstGeom>
        </p:spPr>
      </p:pic>
      <p:pic>
        <p:nvPicPr>
          <p:cNvPr id="455" name="Image 450" descr="preencoded.png">    </p:cNvPr>
          <p:cNvPicPr>
            <a:picLocks noChangeAspect="1"/>
          </p:cNvPicPr>
          <p:nvPr/>
        </p:nvPicPr>
        <p:blipFill>
          <a:blip r:embed="rId451"/>
          <a:srcRect l="0" r="25" t="0" b="0"/>
          <a:stretch/>
        </p:blipFill>
        <p:spPr>
          <a:xfrm>
            <a:off x="5438319" y="4309580"/>
            <a:ext cx="11813" cy="3848"/>
          </a:xfrm>
          <a:prstGeom prst="rect">
            <a:avLst/>
          </a:prstGeom>
        </p:spPr>
      </p:pic>
      <p:pic>
        <p:nvPicPr>
          <p:cNvPr id="456" name="Image 451" descr="preencoded.png">    </p:cNvPr>
          <p:cNvPicPr>
            <a:picLocks noChangeAspect="1"/>
          </p:cNvPicPr>
          <p:nvPr/>
        </p:nvPicPr>
        <p:blipFill>
          <a:blip r:embed="rId452"/>
          <a:srcRect l="0" r="13" t="0" b="0"/>
          <a:stretch/>
        </p:blipFill>
        <p:spPr>
          <a:xfrm>
            <a:off x="5437343" y="4293205"/>
            <a:ext cx="22510" cy="19368"/>
          </a:xfrm>
          <a:prstGeom prst="rect">
            <a:avLst/>
          </a:prstGeom>
        </p:spPr>
      </p:pic>
      <p:pic>
        <p:nvPicPr>
          <p:cNvPr id="457" name="Image 452" descr="preencoded.png">    </p:cNvPr>
          <p:cNvPicPr>
            <a:picLocks noChangeAspect="1"/>
          </p:cNvPicPr>
          <p:nvPr/>
        </p:nvPicPr>
        <p:blipFill>
          <a:blip r:embed="rId453"/>
          <a:srcRect l="0" r="0" t="0" b="0"/>
          <a:stretch/>
        </p:blipFill>
        <p:spPr>
          <a:xfrm>
            <a:off x="5450449" y="4308230"/>
            <a:ext cx="11767" cy="7394"/>
          </a:xfrm>
          <a:prstGeom prst="rect">
            <a:avLst/>
          </a:prstGeom>
        </p:spPr>
      </p:pic>
      <p:pic>
        <p:nvPicPr>
          <p:cNvPr id="458" name="Image 453" descr="preencoded.png">    </p:cNvPr>
          <p:cNvPicPr>
            <a:picLocks noChangeAspect="1"/>
          </p:cNvPicPr>
          <p:nvPr/>
        </p:nvPicPr>
        <p:blipFill>
          <a:blip r:embed="rId454"/>
          <a:srcRect l="0" r="-19" t="0" b="0"/>
          <a:stretch/>
        </p:blipFill>
        <p:spPr>
          <a:xfrm>
            <a:off x="5440970" y="4293205"/>
            <a:ext cx="21524" cy="21578"/>
          </a:xfrm>
          <a:prstGeom prst="rect">
            <a:avLst/>
          </a:prstGeom>
        </p:spPr>
      </p:pic>
      <p:pic>
        <p:nvPicPr>
          <p:cNvPr id="459" name="Image 454" descr="preencoded.png">    </p:cNvPr>
          <p:cNvPicPr>
            <a:picLocks noChangeAspect="1"/>
          </p:cNvPicPr>
          <p:nvPr/>
        </p:nvPicPr>
        <p:blipFill>
          <a:blip r:embed="rId455"/>
          <a:srcRect l="0" r="-60" t="0" b="0"/>
          <a:stretch/>
        </p:blipFill>
        <p:spPr>
          <a:xfrm>
            <a:off x="5389922" y="4268682"/>
            <a:ext cx="6651" cy="39390"/>
          </a:xfrm>
          <a:prstGeom prst="rect">
            <a:avLst/>
          </a:prstGeom>
        </p:spPr>
      </p:pic>
      <p:pic>
        <p:nvPicPr>
          <p:cNvPr id="460" name="Image 455" descr="preencoded.png">    </p:cNvPr>
          <p:cNvPicPr>
            <a:picLocks noChangeAspect="1"/>
          </p:cNvPicPr>
          <p:nvPr/>
        </p:nvPicPr>
        <p:blipFill>
          <a:blip r:embed="rId456"/>
          <a:srcRect l="0" r="89" t="0" b="-30"/>
          <a:stretch/>
        </p:blipFill>
        <p:spPr>
          <a:xfrm>
            <a:off x="5390890" y="4268684"/>
            <a:ext cx="3386" cy="3370"/>
          </a:xfrm>
          <a:prstGeom prst="rect">
            <a:avLst/>
          </a:prstGeom>
        </p:spPr>
      </p:pic>
      <p:pic>
        <p:nvPicPr>
          <p:cNvPr id="461" name="Image 456" descr="preencoded.png">    </p:cNvPr>
          <p:cNvPicPr>
            <a:picLocks noChangeAspect="1"/>
          </p:cNvPicPr>
          <p:nvPr/>
        </p:nvPicPr>
        <p:blipFill>
          <a:blip r:embed="rId457"/>
          <a:srcRect l="0" r="79" t="0" b="0"/>
          <a:stretch/>
        </p:blipFill>
        <p:spPr>
          <a:xfrm>
            <a:off x="5390890" y="4262924"/>
            <a:ext cx="3777" cy="8706"/>
          </a:xfrm>
          <a:prstGeom prst="rect">
            <a:avLst/>
          </a:prstGeom>
        </p:spPr>
      </p:pic>
      <p:pic>
        <p:nvPicPr>
          <p:cNvPr id="462" name="Image 457" descr="preencoded.png">    </p:cNvPr>
          <p:cNvPicPr>
            <a:picLocks noChangeAspect="1"/>
          </p:cNvPicPr>
          <p:nvPr/>
        </p:nvPicPr>
        <p:blipFill>
          <a:blip r:embed="rId458"/>
          <a:srcRect l="0" r="79" t="0" b="0"/>
          <a:stretch/>
        </p:blipFill>
        <p:spPr>
          <a:xfrm>
            <a:off x="5390890" y="4262924"/>
            <a:ext cx="3777" cy="8706"/>
          </a:xfrm>
          <a:prstGeom prst="rect">
            <a:avLst/>
          </a:prstGeom>
        </p:spPr>
      </p:pic>
      <p:pic>
        <p:nvPicPr>
          <p:cNvPr id="463" name="Image 458" descr="preencoded.png">    </p:cNvPr>
          <p:cNvPicPr>
            <a:picLocks noChangeAspect="1"/>
          </p:cNvPicPr>
          <p:nvPr/>
        </p:nvPicPr>
        <p:blipFill>
          <a:blip r:embed="rId459"/>
          <a:srcRect l="0" r="0" t="0" b="0"/>
          <a:stretch/>
        </p:blipFill>
        <p:spPr>
          <a:xfrm>
            <a:off x="5409791" y="4322534"/>
            <a:ext cx="12920" cy="34422"/>
          </a:xfrm>
          <a:prstGeom prst="rect">
            <a:avLst/>
          </a:prstGeom>
        </p:spPr>
      </p:pic>
      <p:pic>
        <p:nvPicPr>
          <p:cNvPr id="464" name="Image 459" descr="preencoded.png">    </p:cNvPr>
          <p:cNvPicPr>
            <a:picLocks noChangeAspect="1"/>
          </p:cNvPicPr>
          <p:nvPr/>
        </p:nvPicPr>
        <p:blipFill>
          <a:blip r:embed="rId460"/>
          <a:srcRect l="0" r="72" t="0" b="0"/>
          <a:stretch/>
        </p:blipFill>
        <p:spPr>
          <a:xfrm>
            <a:off x="5417176" y="4349807"/>
            <a:ext cx="5572" cy="7149"/>
          </a:xfrm>
          <a:prstGeom prst="rect">
            <a:avLst/>
          </a:prstGeom>
        </p:spPr>
      </p:pic>
      <p:pic>
        <p:nvPicPr>
          <p:cNvPr id="465" name="Image 460" descr="preencoded.png">    </p:cNvPr>
          <p:cNvPicPr>
            <a:picLocks noChangeAspect="1"/>
          </p:cNvPicPr>
          <p:nvPr/>
        </p:nvPicPr>
        <p:blipFill>
          <a:blip r:embed="rId461"/>
          <a:srcRect l="0" r="0" t="0" b="0"/>
          <a:stretch/>
        </p:blipFill>
        <p:spPr>
          <a:xfrm>
            <a:off x="5417297" y="4350228"/>
            <a:ext cx="5842" cy="7149"/>
          </a:xfrm>
          <a:prstGeom prst="rect">
            <a:avLst/>
          </a:prstGeom>
        </p:spPr>
      </p:pic>
      <p:pic>
        <p:nvPicPr>
          <p:cNvPr id="466" name="Image 461" descr="preencoded.png">    </p:cNvPr>
          <p:cNvPicPr>
            <a:picLocks noChangeAspect="1"/>
          </p:cNvPicPr>
          <p:nvPr/>
        </p:nvPicPr>
        <p:blipFill>
          <a:blip r:embed="rId462"/>
          <a:srcRect l="0" r="-53" t="0" b="0"/>
          <a:stretch/>
        </p:blipFill>
        <p:spPr>
          <a:xfrm>
            <a:off x="5417474" y="4351458"/>
            <a:ext cx="5665" cy="5919"/>
          </a:xfrm>
          <a:prstGeom prst="rect">
            <a:avLst/>
          </a:prstGeom>
        </p:spPr>
      </p:pic>
      <p:pic>
        <p:nvPicPr>
          <p:cNvPr id="467" name="Image 462" descr="preencoded.png">    </p:cNvPr>
          <p:cNvPicPr>
            <a:picLocks noChangeAspect="1"/>
          </p:cNvPicPr>
          <p:nvPr/>
        </p:nvPicPr>
        <p:blipFill>
          <a:blip r:embed="rId463"/>
          <a:srcRect l="0" r="6" t="0" b="0"/>
          <a:stretch/>
        </p:blipFill>
        <p:spPr>
          <a:xfrm>
            <a:off x="5416711" y="4349719"/>
            <a:ext cx="15497" cy="13563"/>
          </a:xfrm>
          <a:prstGeom prst="rect">
            <a:avLst/>
          </a:prstGeom>
        </p:spPr>
      </p:pic>
      <p:pic>
        <p:nvPicPr>
          <p:cNvPr id="468" name="Image 463" descr="preencoded.png">    </p:cNvPr>
          <p:cNvPicPr>
            <a:picLocks noChangeAspect="1"/>
          </p:cNvPicPr>
          <p:nvPr/>
        </p:nvPicPr>
        <p:blipFill>
          <a:blip r:embed="rId464"/>
          <a:srcRect l="0" r="0" t="0" b="0"/>
          <a:stretch/>
        </p:blipFill>
        <p:spPr>
          <a:xfrm>
            <a:off x="5386518" y="4329224"/>
            <a:ext cx="17543" cy="34595"/>
          </a:xfrm>
          <a:prstGeom prst="rect">
            <a:avLst/>
          </a:prstGeom>
        </p:spPr>
      </p:pic>
      <p:pic>
        <p:nvPicPr>
          <p:cNvPr id="469" name="Image 464" descr="preencoded.png">    </p:cNvPr>
          <p:cNvPicPr>
            <a:picLocks noChangeAspect="1"/>
          </p:cNvPicPr>
          <p:nvPr/>
        </p:nvPicPr>
        <p:blipFill>
          <a:blip r:embed="rId465"/>
          <a:srcRect l="0" r="-61" t="0" b="0"/>
          <a:stretch/>
        </p:blipFill>
        <p:spPr>
          <a:xfrm>
            <a:off x="5386518" y="4361088"/>
            <a:ext cx="6604" cy="2731"/>
          </a:xfrm>
          <a:prstGeom prst="rect">
            <a:avLst/>
          </a:prstGeom>
        </p:spPr>
      </p:pic>
      <p:pic>
        <p:nvPicPr>
          <p:cNvPr id="470" name="Image 465" descr="preencoded.png">    </p:cNvPr>
          <p:cNvPicPr>
            <a:picLocks noChangeAspect="1"/>
          </p:cNvPicPr>
          <p:nvPr/>
        </p:nvPicPr>
        <p:blipFill>
          <a:blip r:embed="rId466"/>
          <a:srcRect l="0" r="46" t="0" b="0"/>
          <a:stretch/>
        </p:blipFill>
        <p:spPr>
          <a:xfrm>
            <a:off x="5385243" y="4361458"/>
            <a:ext cx="8781" cy="6312"/>
          </a:xfrm>
          <a:prstGeom prst="rect">
            <a:avLst/>
          </a:prstGeom>
        </p:spPr>
      </p:pic>
      <p:pic>
        <p:nvPicPr>
          <p:cNvPr id="471" name="Image 466" descr="preencoded.png">    </p:cNvPr>
          <p:cNvPicPr>
            <a:picLocks noChangeAspect="1"/>
          </p:cNvPicPr>
          <p:nvPr/>
        </p:nvPicPr>
        <p:blipFill>
          <a:blip r:embed="rId467"/>
          <a:srcRect l="0" r="46" t="0" b="0"/>
          <a:stretch/>
        </p:blipFill>
        <p:spPr>
          <a:xfrm>
            <a:off x="5385243" y="4363004"/>
            <a:ext cx="8781" cy="4766"/>
          </a:xfrm>
          <a:prstGeom prst="rect">
            <a:avLst/>
          </a:prstGeom>
        </p:spPr>
      </p:pic>
      <p:pic>
        <p:nvPicPr>
          <p:cNvPr id="472" name="Image 467" descr="preencoded.png">    </p:cNvPr>
          <p:cNvPicPr>
            <a:picLocks noChangeAspect="1"/>
          </p:cNvPicPr>
          <p:nvPr/>
        </p:nvPicPr>
        <p:blipFill>
          <a:blip r:embed="rId468"/>
          <a:srcRect l="0" r="19" t="0" b="0"/>
          <a:stretch/>
        </p:blipFill>
        <p:spPr>
          <a:xfrm>
            <a:off x="5382016" y="4363427"/>
            <a:ext cx="21552" cy="10832"/>
          </a:xfrm>
          <a:prstGeom prst="rect">
            <a:avLst/>
          </a:prstGeom>
        </p:spPr>
      </p:pic>
      <p:pic>
        <p:nvPicPr>
          <p:cNvPr id="473" name="Image 468" descr="preencoded.png">    </p:cNvPr>
          <p:cNvPicPr>
            <a:picLocks noChangeAspect="1"/>
          </p:cNvPicPr>
          <p:nvPr/>
        </p:nvPicPr>
        <p:blipFill>
          <a:blip r:embed="rId469"/>
          <a:srcRect l="0" r="54" t="0" b="13"/>
          <a:stretch/>
        </p:blipFill>
        <p:spPr>
          <a:xfrm>
            <a:off x="5409791" y="4322534"/>
            <a:ext cx="7339" cy="7498"/>
          </a:xfrm>
          <a:prstGeom prst="rect">
            <a:avLst/>
          </a:prstGeom>
        </p:spPr>
      </p:pic>
      <p:pic>
        <p:nvPicPr>
          <p:cNvPr id="474" name="Image 469" descr="preencoded.png">    </p:cNvPr>
          <p:cNvPicPr>
            <a:picLocks noChangeAspect="1"/>
          </p:cNvPicPr>
          <p:nvPr/>
        </p:nvPicPr>
        <p:blipFill>
          <a:blip r:embed="rId470"/>
          <a:srcRect l="0" r="13" t="0" b="0"/>
          <a:stretch/>
        </p:blipFill>
        <p:spPr>
          <a:xfrm>
            <a:off x="5393522" y="4296485"/>
            <a:ext cx="23617" cy="34264"/>
          </a:xfrm>
          <a:prstGeom prst="rect">
            <a:avLst/>
          </a:prstGeom>
        </p:spPr>
      </p:pic>
      <p:pic>
        <p:nvPicPr>
          <p:cNvPr id="475" name="Image 470" descr="preencoded.png">    </p:cNvPr>
          <p:cNvPicPr>
            <a:picLocks noChangeAspect="1"/>
          </p:cNvPicPr>
          <p:nvPr/>
        </p:nvPicPr>
        <p:blipFill>
          <a:blip r:embed="rId471"/>
          <a:srcRect l="0" r="21" t="0" b="0"/>
          <a:stretch/>
        </p:blipFill>
        <p:spPr>
          <a:xfrm>
            <a:off x="5393541" y="4296487"/>
            <a:ext cx="23589" cy="34262"/>
          </a:xfrm>
          <a:prstGeom prst="rect">
            <a:avLst/>
          </a:prstGeom>
        </p:spPr>
      </p:pic>
      <p:pic>
        <p:nvPicPr>
          <p:cNvPr id="476" name="Image 471" descr="preencoded.png">    </p:cNvPr>
          <p:cNvPicPr>
            <a:picLocks noChangeAspect="1"/>
          </p:cNvPicPr>
          <p:nvPr/>
        </p:nvPicPr>
        <p:blipFill>
          <a:blip r:embed="rId472"/>
          <a:srcRect l="0" r="20" t="0" b="0"/>
          <a:stretch/>
        </p:blipFill>
        <p:spPr>
          <a:xfrm>
            <a:off x="5394201" y="4329224"/>
            <a:ext cx="9860" cy="4011"/>
          </a:xfrm>
          <a:prstGeom prst="rect">
            <a:avLst/>
          </a:prstGeom>
        </p:spPr>
      </p:pic>
      <p:pic>
        <p:nvPicPr>
          <p:cNvPr id="477" name="Image 472" descr="preencoded.png">    </p:cNvPr>
          <p:cNvPicPr>
            <a:picLocks noChangeAspect="1"/>
          </p:cNvPicPr>
          <p:nvPr/>
        </p:nvPicPr>
        <p:blipFill>
          <a:blip r:embed="rId473"/>
          <a:srcRect l="0" r="0" t="0" b="0"/>
          <a:stretch/>
        </p:blipFill>
        <p:spPr>
          <a:xfrm>
            <a:off x="5393959" y="4295151"/>
            <a:ext cx="20399" cy="39228"/>
          </a:xfrm>
          <a:prstGeom prst="rect">
            <a:avLst/>
          </a:prstGeom>
        </p:spPr>
      </p:pic>
      <p:pic>
        <p:nvPicPr>
          <p:cNvPr id="478" name="Image 473" descr="preencoded.png">    </p:cNvPr>
          <p:cNvPicPr>
            <a:picLocks noChangeAspect="1"/>
          </p:cNvPicPr>
          <p:nvPr/>
        </p:nvPicPr>
        <p:blipFill>
          <a:blip r:embed="rId474"/>
          <a:srcRect l="0" r="10" t="0" b="0"/>
          <a:stretch/>
        </p:blipFill>
        <p:spPr>
          <a:xfrm>
            <a:off x="5403531" y="4246565"/>
            <a:ext cx="9767" cy="4792"/>
          </a:xfrm>
          <a:prstGeom prst="rect">
            <a:avLst/>
          </a:prstGeom>
        </p:spPr>
      </p:pic>
      <p:pic>
        <p:nvPicPr>
          <p:cNvPr id="479" name="Image 474" descr="preencoded.png">    </p:cNvPr>
          <p:cNvPicPr>
            <a:picLocks noChangeAspect="1"/>
          </p:cNvPicPr>
          <p:nvPr/>
        </p:nvPicPr>
        <p:blipFill>
          <a:blip r:embed="rId475"/>
          <a:srcRect l="0" r="0" t="0" b="0"/>
          <a:stretch/>
        </p:blipFill>
        <p:spPr>
          <a:xfrm>
            <a:off x="5401410" y="4235704"/>
            <a:ext cx="14520" cy="15643"/>
          </a:xfrm>
          <a:prstGeom prst="rect">
            <a:avLst/>
          </a:prstGeom>
        </p:spPr>
      </p:pic>
      <p:pic>
        <p:nvPicPr>
          <p:cNvPr id="480" name="Image 475" descr="preencoded.png">    </p:cNvPr>
          <p:cNvPicPr>
            <a:picLocks noChangeAspect="1"/>
          </p:cNvPicPr>
          <p:nvPr/>
        </p:nvPicPr>
        <p:blipFill>
          <a:blip r:embed="rId476"/>
          <a:srcRect l="0" r="10" t="0" b="0"/>
          <a:stretch/>
        </p:blipFill>
        <p:spPr>
          <a:xfrm>
            <a:off x="5401996" y="4251849"/>
            <a:ext cx="9962" cy="5039"/>
          </a:xfrm>
          <a:prstGeom prst="rect">
            <a:avLst/>
          </a:prstGeom>
        </p:spPr>
      </p:pic>
      <p:pic>
        <p:nvPicPr>
          <p:cNvPr id="481" name="Image 476" descr="preencoded.png">    </p:cNvPr>
          <p:cNvPicPr>
            <a:picLocks noChangeAspect="1"/>
          </p:cNvPicPr>
          <p:nvPr/>
        </p:nvPicPr>
        <p:blipFill>
          <a:blip r:embed="rId477"/>
          <a:srcRect l="0" r="0" t="0" b="0"/>
          <a:stretch/>
        </p:blipFill>
        <p:spPr>
          <a:xfrm>
            <a:off x="5393680" y="4295151"/>
            <a:ext cx="20027" cy="5438"/>
          </a:xfrm>
          <a:prstGeom prst="rect">
            <a:avLst/>
          </a:prstGeom>
        </p:spPr>
      </p:pic>
      <p:pic>
        <p:nvPicPr>
          <p:cNvPr id="482" name="Image 477" descr="preencoded.png">    </p:cNvPr>
          <p:cNvPicPr>
            <a:picLocks noChangeAspect="1"/>
          </p:cNvPicPr>
          <p:nvPr/>
        </p:nvPicPr>
        <p:blipFill>
          <a:blip r:embed="rId478"/>
          <a:srcRect l="0" r="11" t="0" b="0"/>
          <a:stretch/>
        </p:blipFill>
        <p:spPr>
          <a:xfrm>
            <a:off x="5391773" y="4252041"/>
            <a:ext cx="26417" cy="48130"/>
          </a:xfrm>
          <a:prstGeom prst="rect">
            <a:avLst/>
          </a:prstGeom>
        </p:spPr>
      </p:pic>
      <p:pic>
        <p:nvPicPr>
          <p:cNvPr id="483" name="Image 478" descr="preencoded.png">    </p:cNvPr>
          <p:cNvPicPr>
            <a:picLocks noChangeAspect="1"/>
          </p:cNvPicPr>
          <p:nvPr/>
        </p:nvPicPr>
        <p:blipFill>
          <a:blip r:embed="rId479"/>
          <a:srcRect l="0" r="9" t="0" b="0"/>
          <a:stretch/>
        </p:blipFill>
        <p:spPr>
          <a:xfrm>
            <a:off x="5411288" y="4270858"/>
            <a:ext cx="11692" cy="40167"/>
          </a:xfrm>
          <a:prstGeom prst="rect">
            <a:avLst/>
          </a:prstGeom>
        </p:spPr>
      </p:pic>
      <p:pic>
        <p:nvPicPr>
          <p:cNvPr id="484" name="Image 479" descr="preencoded.png">    </p:cNvPr>
          <p:cNvPicPr>
            <a:picLocks noChangeAspect="1"/>
          </p:cNvPicPr>
          <p:nvPr/>
        </p:nvPicPr>
        <p:blipFill>
          <a:blip r:embed="rId480"/>
          <a:srcRect l="0" r="32" t="0" b="0"/>
          <a:stretch/>
        </p:blipFill>
        <p:spPr>
          <a:xfrm>
            <a:off x="5399745" y="4279774"/>
            <a:ext cx="9283" cy="7951"/>
          </a:xfrm>
          <a:prstGeom prst="rect">
            <a:avLst/>
          </a:prstGeom>
        </p:spPr>
      </p:pic>
      <p:pic>
        <p:nvPicPr>
          <p:cNvPr id="485" name="Image 480" descr="preencoded.png">    </p:cNvPr>
          <p:cNvPicPr>
            <a:picLocks noChangeAspect="1"/>
          </p:cNvPicPr>
          <p:nvPr/>
        </p:nvPicPr>
        <p:blipFill>
          <a:blip r:embed="rId481"/>
          <a:srcRect l="0" r="0" t="0" b="0"/>
          <a:stretch/>
        </p:blipFill>
        <p:spPr>
          <a:xfrm>
            <a:off x="5397103" y="4288148"/>
            <a:ext cx="9776" cy="6161"/>
          </a:xfrm>
          <a:prstGeom prst="rect">
            <a:avLst/>
          </a:prstGeom>
        </p:spPr>
      </p:pic>
      <p:pic>
        <p:nvPicPr>
          <p:cNvPr id="486" name="Image 481" descr="preencoded.png">    </p:cNvPr>
          <p:cNvPicPr>
            <a:picLocks noChangeAspect="1"/>
          </p:cNvPicPr>
          <p:nvPr/>
        </p:nvPicPr>
        <p:blipFill>
          <a:blip r:embed="rId482"/>
          <a:srcRect l="0" r="20" t="0" b="0"/>
          <a:stretch/>
        </p:blipFill>
        <p:spPr>
          <a:xfrm>
            <a:off x="5396238" y="4289359"/>
            <a:ext cx="4967" cy="3285"/>
          </a:xfrm>
          <a:prstGeom prst="rect">
            <a:avLst/>
          </a:prstGeom>
        </p:spPr>
      </p:pic>
      <p:pic>
        <p:nvPicPr>
          <p:cNvPr id="487" name="Image 482" descr="preencoded.png">    </p:cNvPr>
          <p:cNvPicPr>
            <a:picLocks noChangeAspect="1"/>
          </p:cNvPicPr>
          <p:nvPr/>
        </p:nvPicPr>
        <p:blipFill>
          <a:blip r:embed="rId483"/>
          <a:srcRect l="0" r="157" t="0" b="0"/>
          <a:stretch/>
        </p:blipFill>
        <p:spPr>
          <a:xfrm>
            <a:off x="5410181" y="4278827"/>
            <a:ext cx="2549" cy="3371"/>
          </a:xfrm>
          <a:prstGeom prst="rect">
            <a:avLst/>
          </a:prstGeom>
        </p:spPr>
      </p:pic>
      <p:pic>
        <p:nvPicPr>
          <p:cNvPr id="488" name="Image 483" descr="preencoded.png">    </p:cNvPr>
          <p:cNvPicPr>
            <a:picLocks noChangeAspect="1"/>
          </p:cNvPicPr>
          <p:nvPr/>
        </p:nvPicPr>
        <p:blipFill>
          <a:blip r:embed="rId484"/>
          <a:srcRect l="0" r="41" t="0" b="0"/>
          <a:stretch/>
        </p:blipFill>
        <p:spPr>
          <a:xfrm>
            <a:off x="5409902" y="4282198"/>
            <a:ext cx="2446" cy="3986"/>
          </a:xfrm>
          <a:prstGeom prst="rect">
            <a:avLst/>
          </a:prstGeom>
        </p:spPr>
      </p:pic>
      <p:pic>
        <p:nvPicPr>
          <p:cNvPr id="489" name="Image 484" descr="preencoded.png">    </p:cNvPr>
          <p:cNvPicPr>
            <a:picLocks noChangeAspect="1"/>
          </p:cNvPicPr>
          <p:nvPr/>
        </p:nvPicPr>
        <p:blipFill>
          <a:blip r:embed="rId485"/>
          <a:srcRect l="0" r="0" t="0" b="0"/>
          <a:stretch/>
        </p:blipFill>
        <p:spPr>
          <a:xfrm>
            <a:off x="5411828" y="4283750"/>
            <a:ext cx="1163" cy="4045"/>
          </a:xfrm>
          <a:prstGeom prst="rect">
            <a:avLst/>
          </a:prstGeom>
        </p:spPr>
      </p:pic>
      <p:pic>
        <p:nvPicPr>
          <p:cNvPr id="490" name="Image 485" descr="preencoded.png">    </p:cNvPr>
          <p:cNvPicPr>
            <a:picLocks noChangeAspect="1"/>
          </p:cNvPicPr>
          <p:nvPr/>
        </p:nvPicPr>
        <p:blipFill>
          <a:blip r:embed="rId486"/>
          <a:srcRect l="0" r="147" t="0" b="0"/>
          <a:stretch/>
        </p:blipFill>
        <p:spPr>
          <a:xfrm>
            <a:off x="5410107" y="4275298"/>
            <a:ext cx="1358" cy="2545"/>
          </a:xfrm>
          <a:prstGeom prst="rect">
            <a:avLst/>
          </a:prstGeom>
        </p:spPr>
      </p:pic>
      <p:pic>
        <p:nvPicPr>
          <p:cNvPr id="491" name="Image 486" descr="preencoded.png">    </p:cNvPr>
          <p:cNvPicPr>
            <a:picLocks noChangeAspect="1"/>
          </p:cNvPicPr>
          <p:nvPr/>
        </p:nvPicPr>
        <p:blipFill>
          <a:blip r:embed="rId487"/>
          <a:srcRect l="0" r="0" t="0" b="0"/>
          <a:stretch/>
        </p:blipFill>
        <p:spPr>
          <a:xfrm>
            <a:off x="5409316" y="4266821"/>
            <a:ext cx="1814" cy="4133"/>
          </a:xfrm>
          <a:prstGeom prst="rect">
            <a:avLst/>
          </a:prstGeom>
        </p:spPr>
      </p:pic>
      <p:pic>
        <p:nvPicPr>
          <p:cNvPr id="492" name="Image 487" descr="preencoded.png">    </p:cNvPr>
          <p:cNvPicPr>
            <a:picLocks noChangeAspect="1"/>
          </p:cNvPicPr>
          <p:nvPr/>
        </p:nvPicPr>
        <p:blipFill>
          <a:blip r:embed="rId488"/>
          <a:srcRect l="0" r="7" t="0" b="6"/>
          <a:stretch/>
        </p:blipFill>
        <p:spPr>
          <a:xfrm>
            <a:off x="5401410" y="4235701"/>
            <a:ext cx="13590" cy="15636"/>
          </a:xfrm>
          <a:prstGeom prst="rect">
            <a:avLst/>
          </a:prstGeom>
        </p:spPr>
      </p:pic>
      <p:pic>
        <p:nvPicPr>
          <p:cNvPr id="493" name="Image 488" descr="preencoded.png">    </p:cNvPr>
          <p:cNvPicPr>
            <a:picLocks noChangeAspect="1"/>
          </p:cNvPicPr>
          <p:nvPr/>
        </p:nvPicPr>
        <p:blipFill>
          <a:blip r:embed="rId489"/>
          <a:srcRect l="0" r="12" t="0" b="0"/>
          <a:stretch/>
        </p:blipFill>
        <p:spPr>
          <a:xfrm>
            <a:off x="5398294" y="4233053"/>
            <a:ext cx="16715" cy="17894"/>
          </a:xfrm>
          <a:prstGeom prst="rect">
            <a:avLst/>
          </a:prstGeom>
        </p:spPr>
      </p:pic>
      <p:pic>
        <p:nvPicPr>
          <p:cNvPr id="494" name="Image 489" descr="preencoded.png">    </p:cNvPr>
          <p:cNvPicPr>
            <a:picLocks noChangeAspect="1"/>
          </p:cNvPicPr>
          <p:nvPr/>
        </p:nvPicPr>
        <p:blipFill>
          <a:blip r:embed="rId490"/>
          <a:srcRect l="0" r="-24" t="0" b="0"/>
          <a:stretch/>
        </p:blipFill>
        <p:spPr>
          <a:xfrm>
            <a:off x="5439724" y="4241281"/>
            <a:ext cx="12613" cy="13586"/>
          </a:xfrm>
          <a:prstGeom prst="rect">
            <a:avLst/>
          </a:prstGeom>
        </p:spPr>
      </p:pic>
      <p:pic>
        <p:nvPicPr>
          <p:cNvPr id="495" name="Image 490" descr="preencoded.png">    </p:cNvPr>
          <p:cNvPicPr>
            <a:picLocks noChangeAspect="1"/>
          </p:cNvPicPr>
          <p:nvPr/>
        </p:nvPicPr>
        <p:blipFill>
          <a:blip r:embed="rId491"/>
          <a:srcRect l="0" r="31" t="0" b="0"/>
          <a:stretch/>
        </p:blipFill>
        <p:spPr>
          <a:xfrm>
            <a:off x="5437761" y="4250885"/>
            <a:ext cx="12948" cy="17252"/>
          </a:xfrm>
          <a:prstGeom prst="rect">
            <a:avLst/>
          </a:prstGeom>
        </p:spPr>
      </p:pic>
      <p:pic>
        <p:nvPicPr>
          <p:cNvPr id="496" name="Image 491" descr="preencoded.png">    </p:cNvPr>
          <p:cNvPicPr>
            <a:picLocks noChangeAspect="1"/>
          </p:cNvPicPr>
          <p:nvPr/>
        </p:nvPicPr>
        <p:blipFill>
          <a:blip r:embed="rId492"/>
          <a:srcRect l="0" r="0" t="0" b="0"/>
          <a:stretch/>
        </p:blipFill>
        <p:spPr>
          <a:xfrm>
            <a:off x="5452616" y="4257287"/>
            <a:ext cx="3665" cy="8324"/>
          </a:xfrm>
          <a:prstGeom prst="rect">
            <a:avLst/>
          </a:prstGeom>
        </p:spPr>
      </p:pic>
      <p:pic>
        <p:nvPicPr>
          <p:cNvPr id="497" name="Image 492" descr="preencoded.png">    </p:cNvPr>
          <p:cNvPicPr>
            <a:picLocks noChangeAspect="1"/>
          </p:cNvPicPr>
          <p:nvPr/>
        </p:nvPicPr>
        <p:blipFill>
          <a:blip r:embed="rId493"/>
          <a:srcRect l="0" r="0" t="0" b="0"/>
          <a:stretch/>
        </p:blipFill>
        <p:spPr>
          <a:xfrm>
            <a:off x="5440849" y="4293205"/>
            <a:ext cx="19683" cy="3182"/>
          </a:xfrm>
          <a:prstGeom prst="rect">
            <a:avLst/>
          </a:prstGeom>
        </p:spPr>
      </p:pic>
      <p:pic>
        <p:nvPicPr>
          <p:cNvPr id="498" name="Image 493" descr="preencoded.png">    </p:cNvPr>
          <p:cNvPicPr>
            <a:picLocks noChangeAspect="1"/>
          </p:cNvPicPr>
          <p:nvPr/>
        </p:nvPicPr>
        <p:blipFill>
          <a:blip r:embed="rId494"/>
          <a:srcRect l="0" r="0" t="0" b="0"/>
          <a:stretch/>
        </p:blipFill>
        <p:spPr>
          <a:xfrm>
            <a:off x="5433203" y="4257710"/>
            <a:ext cx="27338" cy="37811"/>
          </a:xfrm>
          <a:prstGeom prst="rect">
            <a:avLst/>
          </a:prstGeom>
        </p:spPr>
      </p:pic>
      <p:pic>
        <p:nvPicPr>
          <p:cNvPr id="499" name="Image 494" descr="preencoded.png">    </p:cNvPr>
          <p:cNvPicPr>
            <a:picLocks noChangeAspect="1"/>
          </p:cNvPicPr>
          <p:nvPr/>
        </p:nvPicPr>
        <p:blipFill>
          <a:blip r:embed="rId495"/>
          <a:srcRect l="0" r="0" t="0" b="0"/>
          <a:stretch/>
        </p:blipFill>
        <p:spPr>
          <a:xfrm>
            <a:off x="5418534" y="4268681"/>
            <a:ext cx="18445" cy="42490"/>
          </a:xfrm>
          <a:prstGeom prst="rect">
            <a:avLst/>
          </a:prstGeom>
        </p:spPr>
      </p:pic>
      <p:pic>
        <p:nvPicPr>
          <p:cNvPr id="500" name="Image 495" descr="preencoded.png">    </p:cNvPr>
          <p:cNvPicPr>
            <a:picLocks noChangeAspect="1"/>
          </p:cNvPicPr>
          <p:nvPr/>
        </p:nvPicPr>
        <p:blipFill>
          <a:blip r:embed="rId496"/>
          <a:srcRect l="0" r="34" t="0" b="0"/>
          <a:stretch/>
        </p:blipFill>
        <p:spPr>
          <a:xfrm>
            <a:off x="5442486" y="4283198"/>
            <a:ext cx="5832" cy="2862"/>
          </a:xfrm>
          <a:prstGeom prst="rect">
            <a:avLst/>
          </a:prstGeom>
        </p:spPr>
      </p:pic>
      <p:pic>
        <p:nvPicPr>
          <p:cNvPr id="501" name="Image 496" descr="preencoded.png">    </p:cNvPr>
          <p:cNvPicPr>
            <a:picLocks noChangeAspect="1"/>
          </p:cNvPicPr>
          <p:nvPr/>
        </p:nvPicPr>
        <p:blipFill>
          <a:blip r:embed="rId497"/>
          <a:srcRect l="0" r="0" t="0" b="0"/>
          <a:stretch/>
        </p:blipFill>
        <p:spPr>
          <a:xfrm>
            <a:off x="5443091" y="4285304"/>
            <a:ext cx="9144" cy="2199"/>
          </a:xfrm>
          <a:prstGeom prst="rect">
            <a:avLst/>
          </a:prstGeom>
        </p:spPr>
      </p:pic>
      <p:pic>
        <p:nvPicPr>
          <p:cNvPr id="502" name="Image 497" descr="preencoded.png">    </p:cNvPr>
          <p:cNvPicPr>
            <a:picLocks noChangeAspect="1"/>
          </p:cNvPicPr>
          <p:nvPr/>
        </p:nvPicPr>
        <p:blipFill>
          <a:blip r:embed="rId498"/>
          <a:srcRect l="0" r="33" t="0" b="0"/>
          <a:stretch/>
        </p:blipFill>
        <p:spPr>
          <a:xfrm>
            <a:off x="5443528" y="4286060"/>
            <a:ext cx="9116" cy="4298"/>
          </a:xfrm>
          <a:prstGeom prst="rect">
            <a:avLst/>
          </a:prstGeom>
        </p:spPr>
      </p:pic>
      <p:pic>
        <p:nvPicPr>
          <p:cNvPr id="503" name="Image 498" descr="preencoded.png">    </p:cNvPr>
          <p:cNvPicPr>
            <a:picLocks noChangeAspect="1"/>
          </p:cNvPicPr>
          <p:nvPr/>
        </p:nvPicPr>
        <p:blipFill>
          <a:blip r:embed="rId499"/>
          <a:srcRect l="0" r="0" t="0" b="0"/>
          <a:stretch/>
        </p:blipFill>
        <p:spPr>
          <a:xfrm>
            <a:off x="5428320" y="4235941"/>
            <a:ext cx="23813" cy="39222"/>
          </a:xfrm>
          <a:prstGeom prst="rect">
            <a:avLst/>
          </a:prstGeom>
        </p:spPr>
      </p:pic>
      <p:pic>
        <p:nvPicPr>
          <p:cNvPr id="504" name="Image 499" descr="preencoded.png">    </p:cNvPr>
          <p:cNvPicPr>
            <a:picLocks noChangeAspect="1"/>
          </p:cNvPicPr>
          <p:nvPr/>
        </p:nvPicPr>
        <p:blipFill>
          <a:blip r:embed="rId500"/>
          <a:srcRect l="0" r="-13" t="0" b="3"/>
          <a:stretch/>
        </p:blipFill>
        <p:spPr>
          <a:xfrm>
            <a:off x="5427929" y="4235519"/>
            <a:ext cx="23813" cy="39221"/>
          </a:xfrm>
          <a:prstGeom prst="rect">
            <a:avLst/>
          </a:prstGeom>
        </p:spPr>
      </p:pic>
      <p:pic>
        <p:nvPicPr>
          <p:cNvPr id="505" name="Image 500" descr="preencoded.png">    </p:cNvPr>
          <p:cNvPicPr>
            <a:picLocks noChangeAspect="1"/>
          </p:cNvPicPr>
          <p:nvPr/>
        </p:nvPicPr>
        <p:blipFill>
          <a:blip r:embed="rId501"/>
          <a:srcRect l="0" r="0" t="0" b="0"/>
          <a:stretch/>
        </p:blipFill>
        <p:spPr>
          <a:xfrm>
            <a:off x="5408693" y="4258504"/>
            <a:ext cx="10260" cy="16494"/>
          </a:xfrm>
          <a:prstGeom prst="rect">
            <a:avLst/>
          </a:prstGeom>
        </p:spPr>
      </p:pic>
      <p:pic>
        <p:nvPicPr>
          <p:cNvPr id="506" name="Image 501" descr="preencoded.png">    </p:cNvPr>
          <p:cNvPicPr>
            <a:picLocks noChangeAspect="1"/>
          </p:cNvPicPr>
          <p:nvPr/>
        </p:nvPicPr>
        <p:blipFill>
          <a:blip r:embed="rId502"/>
          <a:srcRect l="0" r="0" t="0" b="0"/>
          <a:stretch/>
        </p:blipFill>
        <p:spPr>
          <a:xfrm>
            <a:off x="5408693" y="4258082"/>
            <a:ext cx="10260" cy="16494"/>
          </a:xfrm>
          <a:prstGeom prst="rect">
            <a:avLst/>
          </a:prstGeom>
        </p:spPr>
      </p:pic>
      <p:pic>
        <p:nvPicPr>
          <p:cNvPr id="507" name="Image 502" descr="preencoded.png">    </p:cNvPr>
          <p:cNvPicPr>
            <a:picLocks noChangeAspect="1"/>
          </p:cNvPicPr>
          <p:nvPr/>
        </p:nvPicPr>
        <p:blipFill>
          <a:blip r:embed="rId503"/>
          <a:srcRect l="0" r="60" t="0" b="0"/>
          <a:stretch/>
        </p:blipFill>
        <p:spPr>
          <a:xfrm>
            <a:off x="5443528" y="4301540"/>
            <a:ext cx="3339" cy="8039"/>
          </a:xfrm>
          <a:prstGeom prst="rect">
            <a:avLst/>
          </a:prstGeom>
        </p:spPr>
      </p:pic>
      <p:pic>
        <p:nvPicPr>
          <p:cNvPr id="508" name="Image 503" descr="preencoded.png">    </p:cNvPr>
          <p:cNvPicPr>
            <a:picLocks noChangeAspect="1"/>
          </p:cNvPicPr>
          <p:nvPr/>
        </p:nvPicPr>
        <p:blipFill>
          <a:blip r:embed="rId504"/>
          <a:srcRect l="0" r="18" t="0" b="0"/>
          <a:stretch/>
        </p:blipFill>
        <p:spPr>
          <a:xfrm>
            <a:off x="5398340" y="4235006"/>
            <a:ext cx="16622" cy="15941"/>
          </a:xfrm>
          <a:prstGeom prst="rect">
            <a:avLst/>
          </a:prstGeom>
        </p:spPr>
      </p:pic>
      <p:pic>
        <p:nvPicPr>
          <p:cNvPr id="509" name="Image 504" descr="preencoded.png">    </p:cNvPr>
          <p:cNvPicPr>
            <a:picLocks noChangeAspect="1"/>
          </p:cNvPicPr>
          <p:nvPr/>
        </p:nvPicPr>
        <p:blipFill>
          <a:blip r:embed="rId505"/>
          <a:srcRect l="0" r="-905" t="0" b="0"/>
          <a:stretch/>
        </p:blipFill>
        <p:spPr>
          <a:xfrm>
            <a:off x="5433324" y="4246736"/>
            <a:ext cx="223" cy="741"/>
          </a:xfrm>
          <a:prstGeom prst="rect">
            <a:avLst/>
          </a:prstGeom>
        </p:spPr>
      </p:pic>
      <p:pic>
        <p:nvPicPr>
          <p:cNvPr id="510" name="Image 505" descr="preencoded.png">    </p:cNvPr>
          <p:cNvPicPr>
            <a:picLocks noChangeAspect="1"/>
          </p:cNvPicPr>
          <p:nvPr/>
        </p:nvPicPr>
        <p:blipFill>
          <a:blip r:embed="rId506"/>
          <a:srcRect l="0" r="13" t="0" b="0"/>
          <a:stretch/>
        </p:blipFill>
        <p:spPr>
          <a:xfrm>
            <a:off x="5427929" y="4241957"/>
            <a:ext cx="23840" cy="32784"/>
          </a:xfrm>
          <a:prstGeom prst="rect">
            <a:avLst/>
          </a:prstGeom>
        </p:spPr>
      </p:pic>
      <p:pic>
        <p:nvPicPr>
          <p:cNvPr id="511" name="Image 506" descr="preencoded.png">    </p:cNvPr>
          <p:cNvPicPr>
            <a:picLocks noChangeAspect="1"/>
          </p:cNvPicPr>
          <p:nvPr/>
        </p:nvPicPr>
        <p:blipFill>
          <a:blip r:embed="rId507"/>
          <a:srcRect l="0" r="-1" t="0" b="0"/>
          <a:stretch/>
        </p:blipFill>
        <p:spPr>
          <a:xfrm>
            <a:off x="3976650" y="4226825"/>
            <a:ext cx="139405" cy="175617"/>
          </a:xfrm>
          <a:prstGeom prst="rect">
            <a:avLst/>
          </a:prstGeom>
        </p:spPr>
      </p:pic>
      <p:pic>
        <p:nvPicPr>
          <p:cNvPr id="512" name="Image 507" descr="preencoded.png">    </p:cNvPr>
          <p:cNvPicPr>
            <a:picLocks noChangeAspect="1"/>
          </p:cNvPicPr>
          <p:nvPr/>
        </p:nvPicPr>
        <p:blipFill>
          <a:blip r:embed="rId508"/>
          <a:srcRect l="0" r="43" t="0" b="0"/>
          <a:stretch/>
        </p:blipFill>
        <p:spPr>
          <a:xfrm>
            <a:off x="4068738" y="4273181"/>
            <a:ext cx="6939" cy="7866"/>
          </a:xfrm>
          <a:prstGeom prst="rect">
            <a:avLst/>
          </a:prstGeom>
        </p:spPr>
      </p:pic>
      <p:pic>
        <p:nvPicPr>
          <p:cNvPr id="513" name="Image 508" descr="preencoded.png">    </p:cNvPr>
          <p:cNvPicPr>
            <a:picLocks noChangeAspect="1"/>
          </p:cNvPicPr>
          <p:nvPr/>
        </p:nvPicPr>
        <p:blipFill>
          <a:blip r:embed="rId509"/>
          <a:srcRect l="0" r="0" t="0" b="0"/>
          <a:stretch/>
        </p:blipFill>
        <p:spPr>
          <a:xfrm>
            <a:off x="4046283" y="4352573"/>
            <a:ext cx="18306" cy="31723"/>
          </a:xfrm>
          <a:prstGeom prst="rect">
            <a:avLst/>
          </a:prstGeom>
        </p:spPr>
      </p:pic>
      <p:pic>
        <p:nvPicPr>
          <p:cNvPr id="514" name="Image 509" descr="preencoded.png">    </p:cNvPr>
          <p:cNvPicPr>
            <a:picLocks noChangeAspect="1"/>
          </p:cNvPicPr>
          <p:nvPr/>
        </p:nvPicPr>
        <p:blipFill>
          <a:blip r:embed="rId510"/>
          <a:srcRect l="0" r="15" t="0" b="0"/>
          <a:stretch/>
        </p:blipFill>
        <p:spPr>
          <a:xfrm>
            <a:off x="4062282" y="4353566"/>
            <a:ext cx="13460" cy="36750"/>
          </a:xfrm>
          <a:prstGeom prst="rect">
            <a:avLst/>
          </a:prstGeom>
        </p:spPr>
      </p:pic>
      <p:pic>
        <p:nvPicPr>
          <p:cNvPr id="515" name="Image 510" descr="preencoded.png">    </p:cNvPr>
          <p:cNvPicPr>
            <a:picLocks noChangeAspect="1"/>
          </p:cNvPicPr>
          <p:nvPr/>
        </p:nvPicPr>
        <p:blipFill>
          <a:blip r:embed="rId511"/>
          <a:srcRect l="0" r="-21" t="0" b="30"/>
          <a:stretch/>
        </p:blipFill>
        <p:spPr>
          <a:xfrm>
            <a:off x="4054804" y="4352573"/>
            <a:ext cx="9441" cy="3311"/>
          </a:xfrm>
          <a:prstGeom prst="rect">
            <a:avLst/>
          </a:prstGeom>
        </p:spPr>
      </p:pic>
      <p:pic>
        <p:nvPicPr>
          <p:cNvPr id="516" name="Image 511" descr="preencoded.png">    </p:cNvPr>
          <p:cNvPicPr>
            <a:picLocks noChangeAspect="1"/>
          </p:cNvPicPr>
          <p:nvPr/>
        </p:nvPicPr>
        <p:blipFill>
          <a:blip r:embed="rId512"/>
          <a:srcRect l="0" r="-30" t="0" b="0"/>
          <a:stretch/>
        </p:blipFill>
        <p:spPr>
          <a:xfrm>
            <a:off x="4065808" y="4353566"/>
            <a:ext cx="9934" cy="3644"/>
          </a:xfrm>
          <a:prstGeom prst="rect">
            <a:avLst/>
          </a:prstGeom>
        </p:spPr>
      </p:pic>
      <p:pic>
        <p:nvPicPr>
          <p:cNvPr id="517" name="Image 512" descr="preencoded.png">    </p:cNvPr>
          <p:cNvPicPr>
            <a:picLocks noChangeAspect="1"/>
          </p:cNvPicPr>
          <p:nvPr/>
        </p:nvPicPr>
        <p:blipFill>
          <a:blip r:embed="rId513"/>
          <a:srcRect l="0" r="13" t="0" b="0"/>
          <a:stretch/>
        </p:blipFill>
        <p:spPr>
          <a:xfrm>
            <a:off x="4050357" y="4314619"/>
            <a:ext cx="30975" cy="42253"/>
          </a:xfrm>
          <a:prstGeom prst="rect">
            <a:avLst/>
          </a:prstGeom>
        </p:spPr>
      </p:pic>
      <p:pic>
        <p:nvPicPr>
          <p:cNvPr id="518" name="Image 513" descr="preencoded.png">    </p:cNvPr>
          <p:cNvPicPr>
            <a:picLocks noChangeAspect="1"/>
          </p:cNvPicPr>
          <p:nvPr/>
        </p:nvPicPr>
        <p:blipFill>
          <a:blip r:embed="rId514"/>
          <a:srcRect l="0" r="0" t="0" b="0"/>
          <a:stretch/>
        </p:blipFill>
        <p:spPr>
          <a:xfrm>
            <a:off x="4052953" y="4335268"/>
            <a:ext cx="11646" cy="4325"/>
          </a:xfrm>
          <a:prstGeom prst="rect">
            <a:avLst/>
          </a:prstGeom>
        </p:spPr>
      </p:pic>
      <p:pic>
        <p:nvPicPr>
          <p:cNvPr id="519" name="Image 514" descr="preencoded.png">    </p:cNvPr>
          <p:cNvPicPr>
            <a:picLocks noChangeAspect="1"/>
          </p:cNvPicPr>
          <p:nvPr/>
        </p:nvPicPr>
        <p:blipFill>
          <a:blip r:embed="rId515"/>
          <a:srcRect l="0" r="12" t="0" b="0"/>
          <a:stretch/>
        </p:blipFill>
        <p:spPr>
          <a:xfrm>
            <a:off x="4058069" y="4322312"/>
            <a:ext cx="8018" cy="8081"/>
          </a:xfrm>
          <a:prstGeom prst="rect">
            <a:avLst/>
          </a:prstGeom>
        </p:spPr>
      </p:pic>
      <p:pic>
        <p:nvPicPr>
          <p:cNvPr id="520" name="Image 515" descr="preencoded.png">    </p:cNvPr>
          <p:cNvPicPr>
            <a:picLocks noChangeAspect="1"/>
          </p:cNvPicPr>
          <p:nvPr/>
        </p:nvPicPr>
        <p:blipFill>
          <a:blip r:embed="rId516"/>
          <a:srcRect l="0" r="0" t="0" b="0"/>
          <a:stretch/>
        </p:blipFill>
        <p:spPr>
          <a:xfrm>
            <a:off x="4055948" y="4344219"/>
            <a:ext cx="7423" cy="1306"/>
          </a:xfrm>
          <a:prstGeom prst="rect">
            <a:avLst/>
          </a:prstGeom>
        </p:spPr>
      </p:pic>
      <p:pic>
        <p:nvPicPr>
          <p:cNvPr id="521" name="Image 516" descr="preencoded.png">    </p:cNvPr>
          <p:cNvPicPr>
            <a:picLocks noChangeAspect="1"/>
          </p:cNvPicPr>
          <p:nvPr/>
        </p:nvPicPr>
        <p:blipFill>
          <a:blip r:embed="rId517"/>
          <a:srcRect l="0" r="76" t="0" b="0"/>
          <a:stretch/>
        </p:blipFill>
        <p:spPr>
          <a:xfrm>
            <a:off x="4065240" y="4337430"/>
            <a:ext cx="2642" cy="13015"/>
          </a:xfrm>
          <a:prstGeom prst="rect">
            <a:avLst/>
          </a:prstGeom>
        </p:spPr>
      </p:pic>
      <p:pic>
        <p:nvPicPr>
          <p:cNvPr id="522" name="Image 517" descr="preencoded.png">    </p:cNvPr>
          <p:cNvPicPr>
            <a:picLocks noChangeAspect="1"/>
          </p:cNvPicPr>
          <p:nvPr/>
        </p:nvPicPr>
        <p:blipFill>
          <a:blip r:embed="rId518"/>
          <a:srcRect l="0" r="51" t="0" b="0"/>
          <a:stretch/>
        </p:blipFill>
        <p:spPr>
          <a:xfrm>
            <a:off x="4060115" y="4386586"/>
            <a:ext cx="7841" cy="15856"/>
          </a:xfrm>
          <a:prstGeom prst="rect">
            <a:avLst/>
          </a:prstGeom>
        </p:spPr>
      </p:pic>
      <p:pic>
        <p:nvPicPr>
          <p:cNvPr id="523" name="Image 518" descr="preencoded.png">    </p:cNvPr>
          <p:cNvPicPr>
            <a:picLocks noChangeAspect="1"/>
          </p:cNvPicPr>
          <p:nvPr/>
        </p:nvPicPr>
        <p:blipFill>
          <a:blip r:embed="rId519"/>
          <a:srcRect l="0" r="0" t="0" b="0"/>
          <a:stretch/>
        </p:blipFill>
        <p:spPr>
          <a:xfrm>
            <a:off x="4089815" y="4290946"/>
            <a:ext cx="20687" cy="14031"/>
          </a:xfrm>
          <a:prstGeom prst="rect">
            <a:avLst/>
          </a:prstGeom>
        </p:spPr>
      </p:pic>
      <p:pic>
        <p:nvPicPr>
          <p:cNvPr id="524" name="Image 519" descr="preencoded.png">    </p:cNvPr>
          <p:cNvPicPr>
            <a:picLocks noChangeAspect="1"/>
          </p:cNvPicPr>
          <p:nvPr/>
        </p:nvPicPr>
        <p:blipFill>
          <a:blip r:embed="rId520"/>
          <a:srcRect l="0" r="93" t="0" b="0"/>
          <a:stretch/>
        </p:blipFill>
        <p:spPr>
          <a:xfrm>
            <a:off x="4107275" y="4296578"/>
            <a:ext cx="3237" cy="6435"/>
          </a:xfrm>
          <a:prstGeom prst="rect">
            <a:avLst/>
          </a:prstGeom>
        </p:spPr>
      </p:pic>
      <p:pic>
        <p:nvPicPr>
          <p:cNvPr id="525" name="Image 520" descr="preencoded.png">    </p:cNvPr>
          <p:cNvPicPr>
            <a:picLocks noChangeAspect="1"/>
          </p:cNvPicPr>
          <p:nvPr/>
        </p:nvPicPr>
        <p:blipFill>
          <a:blip r:embed="rId521"/>
          <a:srcRect l="0" r="42" t="0" b="0"/>
          <a:stretch/>
        </p:blipFill>
        <p:spPr>
          <a:xfrm>
            <a:off x="4107507" y="4295064"/>
            <a:ext cx="7209" cy="9402"/>
          </a:xfrm>
          <a:prstGeom prst="rect">
            <a:avLst/>
          </a:prstGeom>
        </p:spPr>
      </p:pic>
      <p:pic>
        <p:nvPicPr>
          <p:cNvPr id="526" name="Image 521" descr="preencoded.png">    </p:cNvPr>
          <p:cNvPicPr>
            <a:picLocks noChangeAspect="1"/>
          </p:cNvPicPr>
          <p:nvPr/>
        </p:nvPicPr>
        <p:blipFill>
          <a:blip r:embed="rId522"/>
          <a:srcRect l="0" r="0" t="0" b="0"/>
          <a:stretch/>
        </p:blipFill>
        <p:spPr>
          <a:xfrm>
            <a:off x="4036247" y="4230120"/>
            <a:ext cx="19655" cy="45683"/>
          </a:xfrm>
          <a:prstGeom prst="rect">
            <a:avLst/>
          </a:prstGeom>
        </p:spPr>
      </p:pic>
      <p:pic>
        <p:nvPicPr>
          <p:cNvPr id="527" name="Image 522" descr="preencoded.png">    </p:cNvPr>
          <p:cNvPicPr>
            <a:picLocks noChangeAspect="1"/>
          </p:cNvPicPr>
          <p:nvPr/>
        </p:nvPicPr>
        <p:blipFill>
          <a:blip r:embed="rId523"/>
          <a:srcRect l="0" r="24" t="0" b="0"/>
          <a:stretch/>
        </p:blipFill>
        <p:spPr>
          <a:xfrm>
            <a:off x="4070589" y="4269268"/>
            <a:ext cx="12576" cy="13068"/>
          </a:xfrm>
          <a:prstGeom prst="rect">
            <a:avLst/>
          </a:prstGeom>
        </p:spPr>
      </p:pic>
      <p:pic>
        <p:nvPicPr>
          <p:cNvPr id="528" name="Image 523" descr="preencoded.png">    </p:cNvPr>
          <p:cNvPicPr>
            <a:picLocks noChangeAspect="1"/>
          </p:cNvPicPr>
          <p:nvPr/>
        </p:nvPicPr>
        <p:blipFill>
          <a:blip r:embed="rId524"/>
          <a:srcRect l="0" r="24" t="0" b="0"/>
          <a:stretch/>
        </p:blipFill>
        <p:spPr>
          <a:xfrm>
            <a:off x="4070589" y="4275326"/>
            <a:ext cx="12576" cy="7010"/>
          </a:xfrm>
          <a:prstGeom prst="rect">
            <a:avLst/>
          </a:prstGeom>
        </p:spPr>
      </p:pic>
      <p:pic>
        <p:nvPicPr>
          <p:cNvPr id="529" name="Image 524" descr="preencoded.png">    </p:cNvPr>
          <p:cNvPicPr>
            <a:picLocks noChangeAspect="1"/>
          </p:cNvPicPr>
          <p:nvPr/>
        </p:nvPicPr>
        <p:blipFill>
          <a:blip r:embed="rId525"/>
          <a:srcRect l="0" r="28" t="0" b="0"/>
          <a:stretch/>
        </p:blipFill>
        <p:spPr>
          <a:xfrm>
            <a:off x="4089834" y="4290945"/>
            <a:ext cx="7144" cy="7554"/>
          </a:xfrm>
          <a:prstGeom prst="rect">
            <a:avLst/>
          </a:prstGeom>
        </p:spPr>
      </p:pic>
      <p:pic>
        <p:nvPicPr>
          <p:cNvPr id="530" name="Image 525" descr="preencoded.png">    </p:cNvPr>
          <p:cNvPicPr>
            <a:picLocks noChangeAspect="1"/>
          </p:cNvPicPr>
          <p:nvPr/>
        </p:nvPicPr>
        <p:blipFill>
          <a:blip r:embed="rId526"/>
          <a:srcRect l="0" r="50" t="0" b="0"/>
          <a:stretch/>
        </p:blipFill>
        <p:spPr>
          <a:xfrm>
            <a:off x="4049920" y="4265902"/>
            <a:ext cx="5981" cy="9901"/>
          </a:xfrm>
          <a:prstGeom prst="rect">
            <a:avLst/>
          </a:prstGeom>
        </p:spPr>
      </p:pic>
      <p:pic>
        <p:nvPicPr>
          <p:cNvPr id="531" name="Image 526" descr="preencoded.png">    </p:cNvPr>
          <p:cNvPicPr>
            <a:picLocks noChangeAspect="1"/>
          </p:cNvPicPr>
          <p:nvPr/>
        </p:nvPicPr>
        <p:blipFill>
          <a:blip r:embed="rId527"/>
          <a:srcRect l="0" r="0" t="0" b="0"/>
          <a:stretch/>
        </p:blipFill>
        <p:spPr>
          <a:xfrm>
            <a:off x="4055008" y="4314619"/>
            <a:ext cx="26259" cy="9226"/>
          </a:xfrm>
          <a:prstGeom prst="rect">
            <a:avLst/>
          </a:prstGeom>
        </p:spPr>
      </p:pic>
      <p:pic>
        <p:nvPicPr>
          <p:cNvPr id="532" name="Image 527" descr="preencoded.png">    </p:cNvPr>
          <p:cNvPicPr>
            <a:picLocks noChangeAspect="1"/>
          </p:cNvPicPr>
          <p:nvPr/>
        </p:nvPicPr>
        <p:blipFill>
          <a:blip r:embed="rId528"/>
          <a:srcRect l="0" r="0" t="0" b="0"/>
          <a:stretch/>
        </p:blipFill>
        <p:spPr>
          <a:xfrm>
            <a:off x="4050404" y="4265572"/>
            <a:ext cx="46918" cy="57772"/>
          </a:xfrm>
          <a:prstGeom prst="rect">
            <a:avLst/>
          </a:prstGeom>
        </p:spPr>
      </p:pic>
      <p:pic>
        <p:nvPicPr>
          <p:cNvPr id="533" name="Image 528" descr="preencoded.png">    </p:cNvPr>
          <p:cNvPicPr>
            <a:picLocks noChangeAspect="1"/>
          </p:cNvPicPr>
          <p:nvPr/>
        </p:nvPicPr>
        <p:blipFill>
          <a:blip r:embed="rId529"/>
          <a:srcRect l="0" r="-24" t="0" b="0"/>
          <a:stretch/>
        </p:blipFill>
        <p:spPr>
          <a:xfrm>
            <a:off x="4072365" y="4269268"/>
            <a:ext cx="8195" cy="7394"/>
          </a:xfrm>
          <a:prstGeom prst="rect">
            <a:avLst/>
          </a:prstGeom>
        </p:spPr>
      </p:pic>
      <p:pic>
        <p:nvPicPr>
          <p:cNvPr id="534" name="Image 529" descr="preencoded.png">    </p:cNvPr>
          <p:cNvPicPr>
            <a:picLocks noChangeAspect="1"/>
          </p:cNvPicPr>
          <p:nvPr/>
        </p:nvPicPr>
        <p:blipFill>
          <a:blip r:embed="rId530"/>
          <a:srcRect l="0" r="-24" t="0" b="0"/>
          <a:stretch/>
        </p:blipFill>
        <p:spPr>
          <a:xfrm>
            <a:off x="4065240" y="4258351"/>
            <a:ext cx="16762" cy="18055"/>
          </a:xfrm>
          <a:prstGeom prst="rect">
            <a:avLst/>
          </a:prstGeom>
        </p:spPr>
      </p:pic>
      <p:pic>
        <p:nvPicPr>
          <p:cNvPr id="535" name="Image 530" descr="preencoded.png">    </p:cNvPr>
          <p:cNvPicPr>
            <a:picLocks noChangeAspect="1"/>
          </p:cNvPicPr>
          <p:nvPr/>
        </p:nvPicPr>
        <p:blipFill>
          <a:blip r:embed="rId531"/>
          <a:srcRect l="0" r="36" t="0" b="-17"/>
          <a:stretch/>
        </p:blipFill>
        <p:spPr>
          <a:xfrm>
            <a:off x="4086141" y="4288000"/>
            <a:ext cx="2753" cy="6050"/>
          </a:xfrm>
          <a:prstGeom prst="rect">
            <a:avLst/>
          </a:prstGeom>
        </p:spPr>
      </p:pic>
      <p:pic>
        <p:nvPicPr>
          <p:cNvPr id="536" name="Image 531" descr="preencoded.png">    </p:cNvPr>
          <p:cNvPicPr>
            <a:picLocks noChangeAspect="1"/>
          </p:cNvPicPr>
          <p:nvPr/>
        </p:nvPicPr>
        <p:blipFill>
          <a:blip r:embed="rId532"/>
          <a:srcRect l="0" r="0" t="0" b="0"/>
          <a:stretch/>
        </p:blipFill>
        <p:spPr>
          <a:xfrm>
            <a:off x="4065956" y="4294050"/>
            <a:ext cx="11125" cy="10804"/>
          </a:xfrm>
          <a:prstGeom prst="rect">
            <a:avLst/>
          </a:prstGeom>
        </p:spPr>
      </p:pic>
      <p:pic>
        <p:nvPicPr>
          <p:cNvPr id="537" name="Image 532" descr="preencoded.png">    </p:cNvPr>
          <p:cNvPicPr>
            <a:picLocks noChangeAspect="1"/>
          </p:cNvPicPr>
          <p:nvPr/>
        </p:nvPicPr>
        <p:blipFill>
          <a:blip r:embed="rId533"/>
          <a:srcRect l="0" r="0" t="0" b="0"/>
          <a:stretch/>
        </p:blipFill>
        <p:spPr>
          <a:xfrm>
            <a:off x="4072942" y="4295064"/>
            <a:ext cx="6307" cy="5025"/>
          </a:xfrm>
          <a:prstGeom prst="rect">
            <a:avLst/>
          </a:prstGeom>
        </p:spPr>
      </p:pic>
      <p:pic>
        <p:nvPicPr>
          <p:cNvPr id="538" name="Image 533" descr="preencoded.png">    </p:cNvPr>
          <p:cNvPicPr>
            <a:picLocks noChangeAspect="1"/>
          </p:cNvPicPr>
          <p:nvPr/>
        </p:nvPicPr>
        <p:blipFill>
          <a:blip r:embed="rId534"/>
          <a:srcRect l="0" r="28" t="0" b="0"/>
          <a:stretch/>
        </p:blipFill>
        <p:spPr>
          <a:xfrm>
            <a:off x="4060013" y="4306322"/>
            <a:ext cx="10530" cy="7522"/>
          </a:xfrm>
          <a:prstGeom prst="rect">
            <a:avLst/>
          </a:prstGeom>
        </p:spPr>
      </p:pic>
      <p:pic>
        <p:nvPicPr>
          <p:cNvPr id="539" name="Image 534" descr="preencoded.png">    </p:cNvPr>
          <p:cNvPicPr>
            <a:picLocks noChangeAspect="1"/>
          </p:cNvPicPr>
          <p:nvPr/>
        </p:nvPicPr>
        <p:blipFill>
          <a:blip r:embed="rId535"/>
          <a:srcRect l="0" r="21" t="0" b="0"/>
          <a:stretch/>
        </p:blipFill>
        <p:spPr>
          <a:xfrm>
            <a:off x="4067752" y="4258351"/>
            <a:ext cx="14250" cy="15335"/>
          </a:xfrm>
          <a:prstGeom prst="rect">
            <a:avLst/>
          </a:prstGeom>
        </p:spPr>
      </p:pic>
      <p:pic>
        <p:nvPicPr>
          <p:cNvPr id="540" name="Image 535" descr="preencoded.png">    </p:cNvPr>
          <p:cNvPicPr>
            <a:picLocks noChangeAspect="1"/>
          </p:cNvPicPr>
          <p:nvPr/>
        </p:nvPicPr>
        <p:blipFill>
          <a:blip r:embed="rId536"/>
          <a:srcRect l="0" r="5" t="0" b="0"/>
          <a:stretch/>
        </p:blipFill>
        <p:spPr>
          <a:xfrm>
            <a:off x="4066961" y="4252574"/>
            <a:ext cx="18734" cy="21802"/>
          </a:xfrm>
          <a:prstGeom prst="rect">
            <a:avLst/>
          </a:prstGeom>
        </p:spPr>
      </p:pic>
      <p:pic>
        <p:nvPicPr>
          <p:cNvPr id="541" name="Image 536" descr="preencoded.png">    </p:cNvPr>
          <p:cNvPicPr>
            <a:picLocks noChangeAspect="1"/>
          </p:cNvPicPr>
          <p:nvPr/>
        </p:nvPicPr>
        <p:blipFill>
          <a:blip r:embed="rId537"/>
          <a:srcRect l="0" r="0" t="0" b="0"/>
          <a:stretch/>
        </p:blipFill>
        <p:spPr>
          <a:xfrm>
            <a:off x="4066961" y="4256045"/>
            <a:ext cx="14092" cy="18331"/>
          </a:xfrm>
          <a:prstGeom prst="rect">
            <a:avLst/>
          </a:prstGeom>
        </p:spPr>
      </p:pic>
      <p:pic>
        <p:nvPicPr>
          <p:cNvPr id="542" name="Image 537" descr="preencoded.png">    </p:cNvPr>
          <p:cNvPicPr>
            <a:picLocks noChangeAspect="1"/>
          </p:cNvPicPr>
          <p:nvPr/>
        </p:nvPicPr>
        <p:blipFill>
          <a:blip r:embed="rId538"/>
          <a:srcRect l="0" r="0" t="0" b="0"/>
          <a:stretch/>
        </p:blipFill>
        <p:spPr>
          <a:xfrm>
            <a:off x="4044748" y="4380115"/>
            <a:ext cx="8334" cy="15954"/>
          </a:xfrm>
          <a:prstGeom prst="rect">
            <a:avLst/>
          </a:prstGeom>
        </p:spPr>
      </p:pic>
      <p:pic>
        <p:nvPicPr>
          <p:cNvPr id="543" name="Image 538" descr="preencoded.png">    </p:cNvPr>
          <p:cNvPicPr>
            <a:picLocks noChangeAspect="1"/>
          </p:cNvPicPr>
          <p:nvPr/>
        </p:nvPicPr>
        <p:blipFill>
          <a:blip r:embed="rId539"/>
          <a:srcRect l="0" r="80" t="0" b="0"/>
          <a:stretch/>
        </p:blipFill>
        <p:spPr>
          <a:xfrm>
            <a:off x="4048134" y="4384386"/>
            <a:ext cx="3739" cy="1239"/>
          </a:xfrm>
          <a:prstGeom prst="rect">
            <a:avLst/>
          </a:prstGeom>
        </p:spPr>
      </p:pic>
      <p:pic>
        <p:nvPicPr>
          <p:cNvPr id="544" name="Image 539" descr="preencoded.png">    </p:cNvPr>
          <p:cNvPicPr>
            <a:picLocks noChangeAspect="1"/>
          </p:cNvPicPr>
          <p:nvPr/>
        </p:nvPicPr>
        <p:blipFill>
          <a:blip r:embed="rId540"/>
          <a:srcRect l="0" r="0" t="0" b="0"/>
          <a:stretch/>
        </p:blipFill>
        <p:spPr>
          <a:xfrm>
            <a:off x="4063482" y="4391123"/>
            <a:ext cx="3395" cy="1306"/>
          </a:xfrm>
          <a:prstGeom prst="rect">
            <a:avLst/>
          </a:prstGeom>
        </p:spPr>
      </p:pic>
      <p:pic>
        <p:nvPicPr>
          <p:cNvPr id="545" name="Image 540" descr="preencoded.png">    </p:cNvPr>
          <p:cNvPicPr>
            <a:picLocks noChangeAspect="1"/>
          </p:cNvPicPr>
          <p:nvPr/>
        </p:nvPicPr>
        <p:blipFill>
          <a:blip r:embed="rId541"/>
          <a:srcRect l="0" r="18" t="0" b="0"/>
          <a:stretch/>
        </p:blipFill>
        <p:spPr>
          <a:xfrm>
            <a:off x="4024024" y="4268023"/>
            <a:ext cx="5507" cy="11347"/>
          </a:xfrm>
          <a:prstGeom prst="rect">
            <a:avLst/>
          </a:prstGeom>
        </p:spPr>
      </p:pic>
      <p:pic>
        <p:nvPicPr>
          <p:cNvPr id="546" name="Image 541" descr="preencoded.png">    </p:cNvPr>
          <p:cNvPicPr>
            <a:picLocks noChangeAspect="1"/>
          </p:cNvPicPr>
          <p:nvPr/>
        </p:nvPicPr>
        <p:blipFill>
          <a:blip r:embed="rId542"/>
          <a:srcRect l="0" r="0" t="0" b="0"/>
          <a:stretch/>
        </p:blipFill>
        <p:spPr>
          <a:xfrm>
            <a:off x="4030852" y="4227876"/>
            <a:ext cx="12688" cy="16934"/>
          </a:xfrm>
          <a:prstGeom prst="rect">
            <a:avLst/>
          </a:prstGeom>
        </p:spPr>
      </p:pic>
      <p:pic>
        <p:nvPicPr>
          <p:cNvPr id="547" name="Image 542" descr="preencoded.png">    </p:cNvPr>
          <p:cNvPicPr>
            <a:picLocks noChangeAspect="1"/>
          </p:cNvPicPr>
          <p:nvPr/>
        </p:nvPicPr>
        <p:blipFill>
          <a:blip r:embed="rId543"/>
          <a:srcRect l="0" r="-51" t="0" b="0"/>
          <a:stretch/>
        </p:blipFill>
        <p:spPr>
          <a:xfrm>
            <a:off x="3995700" y="4296478"/>
            <a:ext cx="3953" cy="8733"/>
          </a:xfrm>
          <a:prstGeom prst="rect">
            <a:avLst/>
          </a:prstGeom>
        </p:spPr>
      </p:pic>
      <p:pic>
        <p:nvPicPr>
          <p:cNvPr id="548" name="Image 543" descr="preencoded.png">    </p:cNvPr>
          <p:cNvPicPr>
            <a:picLocks noChangeAspect="1"/>
          </p:cNvPicPr>
          <p:nvPr/>
        </p:nvPicPr>
        <p:blipFill>
          <a:blip r:embed="rId544"/>
          <a:srcRect l="0" r="-51" t="0" b="0"/>
          <a:stretch/>
        </p:blipFill>
        <p:spPr>
          <a:xfrm>
            <a:off x="3996296" y="4296995"/>
            <a:ext cx="3953" cy="8733"/>
          </a:xfrm>
          <a:prstGeom prst="rect">
            <a:avLst/>
          </a:prstGeom>
        </p:spPr>
      </p:pic>
      <p:pic>
        <p:nvPicPr>
          <p:cNvPr id="549" name="Image 544" descr="preencoded.png">    </p:cNvPr>
          <p:cNvPicPr>
            <a:picLocks noChangeAspect="1"/>
          </p:cNvPicPr>
          <p:nvPr/>
        </p:nvPicPr>
        <p:blipFill>
          <a:blip r:embed="rId545"/>
          <a:srcRect l="0" r="-27" t="0" b="9"/>
          <a:stretch/>
        </p:blipFill>
        <p:spPr>
          <a:xfrm>
            <a:off x="3999486" y="4294648"/>
            <a:ext cx="11292" cy="10771"/>
          </a:xfrm>
          <a:prstGeom prst="rect">
            <a:avLst/>
          </a:prstGeom>
        </p:spPr>
      </p:pic>
      <p:pic>
        <p:nvPicPr>
          <p:cNvPr id="550" name="Image 545" descr="preencoded.png">    </p:cNvPr>
          <p:cNvPicPr>
            <a:picLocks noChangeAspect="1"/>
          </p:cNvPicPr>
          <p:nvPr/>
        </p:nvPicPr>
        <p:blipFill>
          <a:blip r:embed="rId546"/>
          <a:srcRect l="0" r="16" t="0" b="0"/>
          <a:stretch/>
        </p:blipFill>
        <p:spPr>
          <a:xfrm>
            <a:off x="4000853" y="4321539"/>
            <a:ext cx="18892" cy="53387"/>
          </a:xfrm>
          <a:prstGeom prst="rect">
            <a:avLst/>
          </a:prstGeom>
        </p:spPr>
      </p:pic>
      <p:pic>
        <p:nvPicPr>
          <p:cNvPr id="551" name="Image 546" descr="preencoded.png">    </p:cNvPr>
          <p:cNvPicPr>
            <a:picLocks noChangeAspect="1"/>
          </p:cNvPicPr>
          <p:nvPr/>
        </p:nvPicPr>
        <p:blipFill>
          <a:blip r:embed="rId547"/>
          <a:srcRect l="0" r="16" t="0" b="0"/>
          <a:stretch/>
        </p:blipFill>
        <p:spPr>
          <a:xfrm>
            <a:off x="4000853" y="4321539"/>
            <a:ext cx="18892" cy="53387"/>
          </a:xfrm>
          <a:prstGeom prst="rect">
            <a:avLst/>
          </a:prstGeom>
        </p:spPr>
      </p:pic>
      <p:pic>
        <p:nvPicPr>
          <p:cNvPr id="552" name="Image 547" descr="preencoded.png">    </p:cNvPr>
          <p:cNvPicPr>
            <a:picLocks noChangeAspect="1"/>
          </p:cNvPicPr>
          <p:nvPr/>
        </p:nvPicPr>
        <p:blipFill>
          <a:blip r:embed="rId548"/>
          <a:srcRect l="0" r="12" t="0" b="0"/>
          <a:stretch/>
        </p:blipFill>
        <p:spPr>
          <a:xfrm>
            <a:off x="3996044" y="4371315"/>
            <a:ext cx="16185" cy="17587"/>
          </a:xfrm>
          <a:prstGeom prst="rect">
            <a:avLst/>
          </a:prstGeom>
        </p:spPr>
      </p:pic>
      <p:pic>
        <p:nvPicPr>
          <p:cNvPr id="553" name="Image 548" descr="preencoded.png">    </p:cNvPr>
          <p:cNvPicPr>
            <a:picLocks noChangeAspect="1"/>
          </p:cNvPicPr>
          <p:nvPr/>
        </p:nvPicPr>
        <p:blipFill>
          <a:blip r:embed="rId549"/>
          <a:srcRect l="0" r="0" t="0" b="0"/>
          <a:stretch/>
        </p:blipFill>
        <p:spPr>
          <a:xfrm>
            <a:off x="3997384" y="4300845"/>
            <a:ext cx="33086" cy="36469"/>
          </a:xfrm>
          <a:prstGeom prst="rect">
            <a:avLst/>
          </a:prstGeom>
        </p:spPr>
      </p:pic>
      <p:pic>
        <p:nvPicPr>
          <p:cNvPr id="554" name="Image 549" descr="preencoded.png">    </p:cNvPr>
          <p:cNvPicPr>
            <a:picLocks noChangeAspect="1"/>
          </p:cNvPicPr>
          <p:nvPr/>
        </p:nvPicPr>
        <p:blipFill>
          <a:blip r:embed="rId550"/>
          <a:srcRect l="0" r="50" t="0" b="0"/>
          <a:stretch/>
        </p:blipFill>
        <p:spPr>
          <a:xfrm>
            <a:off x="4013299" y="4327142"/>
            <a:ext cx="5981" cy="673"/>
          </a:xfrm>
          <a:prstGeom prst="rect">
            <a:avLst/>
          </a:prstGeom>
        </p:spPr>
      </p:pic>
      <p:pic>
        <p:nvPicPr>
          <p:cNvPr id="555" name="Image 550" descr="preencoded.png">    </p:cNvPr>
          <p:cNvPicPr>
            <a:picLocks noChangeAspect="1"/>
          </p:cNvPicPr>
          <p:nvPr/>
        </p:nvPicPr>
        <p:blipFill>
          <a:blip r:embed="rId551"/>
          <a:srcRect l="0" r="-19" t="0" b="0"/>
          <a:stretch/>
        </p:blipFill>
        <p:spPr>
          <a:xfrm>
            <a:off x="3989440" y="4328492"/>
            <a:ext cx="10753" cy="18722"/>
          </a:xfrm>
          <a:prstGeom prst="rect">
            <a:avLst/>
          </a:prstGeom>
        </p:spPr>
      </p:pic>
      <p:pic>
        <p:nvPicPr>
          <p:cNvPr id="556" name="Image 551" descr="preencoded.png">    </p:cNvPr>
          <p:cNvPicPr>
            <a:picLocks noChangeAspect="1"/>
          </p:cNvPicPr>
          <p:nvPr/>
        </p:nvPicPr>
        <p:blipFill>
          <a:blip r:embed="rId552"/>
          <a:srcRect l="0" r="0" t="0" b="0"/>
          <a:stretch/>
        </p:blipFill>
        <p:spPr>
          <a:xfrm>
            <a:off x="4010583" y="4275631"/>
            <a:ext cx="17980" cy="19017"/>
          </a:xfrm>
          <a:prstGeom prst="rect">
            <a:avLst/>
          </a:prstGeom>
        </p:spPr>
      </p:pic>
      <p:pic>
        <p:nvPicPr>
          <p:cNvPr id="557" name="Image 552" descr="preencoded.png">    </p:cNvPr>
          <p:cNvPicPr>
            <a:picLocks noChangeAspect="1"/>
          </p:cNvPicPr>
          <p:nvPr/>
        </p:nvPicPr>
        <p:blipFill>
          <a:blip r:embed="rId553"/>
          <a:srcRect l="0" r="0" t="0" b="0"/>
          <a:stretch/>
        </p:blipFill>
        <p:spPr>
          <a:xfrm>
            <a:off x="4010583" y="4275502"/>
            <a:ext cx="17980" cy="19017"/>
          </a:xfrm>
          <a:prstGeom prst="rect">
            <a:avLst/>
          </a:prstGeom>
        </p:spPr>
      </p:pic>
      <p:pic>
        <p:nvPicPr>
          <p:cNvPr id="558" name="Image 553" descr="preencoded.png">    </p:cNvPr>
          <p:cNvPicPr>
            <a:picLocks noChangeAspect="1"/>
          </p:cNvPicPr>
          <p:nvPr/>
        </p:nvPicPr>
        <p:blipFill>
          <a:blip r:embed="rId554"/>
          <a:srcRect l="0" r="21" t="0" b="0"/>
          <a:stretch/>
        </p:blipFill>
        <p:spPr>
          <a:xfrm>
            <a:off x="3994826" y="4248709"/>
            <a:ext cx="14120" cy="15217"/>
          </a:xfrm>
          <a:prstGeom prst="rect">
            <a:avLst/>
          </a:prstGeom>
        </p:spPr>
      </p:pic>
      <p:pic>
        <p:nvPicPr>
          <p:cNvPr id="559" name="Image 554" descr="preencoded.png">    </p:cNvPr>
          <p:cNvPicPr>
            <a:picLocks noChangeAspect="1"/>
          </p:cNvPicPr>
          <p:nvPr/>
        </p:nvPicPr>
        <p:blipFill>
          <a:blip r:embed="rId555"/>
          <a:srcRect l="0" r="10" t="0" b="2"/>
          <a:stretch/>
        </p:blipFill>
        <p:spPr>
          <a:xfrm>
            <a:off x="3995161" y="4240770"/>
            <a:ext cx="39709" cy="64520"/>
          </a:xfrm>
          <a:prstGeom prst="rect">
            <a:avLst/>
          </a:prstGeom>
        </p:spPr>
      </p:pic>
      <p:pic>
        <p:nvPicPr>
          <p:cNvPr id="560" name="Image 555" descr="preencoded.png">    </p:cNvPr>
          <p:cNvPicPr>
            <a:picLocks noChangeAspect="1"/>
          </p:cNvPicPr>
          <p:nvPr/>
        </p:nvPicPr>
        <p:blipFill>
          <a:blip r:embed="rId556"/>
          <a:srcRect l="0" r="10" t="0" b="2"/>
          <a:stretch/>
        </p:blipFill>
        <p:spPr>
          <a:xfrm>
            <a:off x="3995161" y="4240254"/>
            <a:ext cx="39709" cy="64520"/>
          </a:xfrm>
          <a:prstGeom prst="rect">
            <a:avLst/>
          </a:prstGeom>
        </p:spPr>
      </p:pic>
      <p:pic>
        <p:nvPicPr>
          <p:cNvPr id="561" name="Image 556" descr="preencoded.png">    </p:cNvPr>
          <p:cNvPicPr>
            <a:picLocks noChangeAspect="1"/>
          </p:cNvPicPr>
          <p:nvPr/>
        </p:nvPicPr>
        <p:blipFill>
          <a:blip r:embed="rId557"/>
          <a:srcRect l="0" r="-21" t="0" b="0"/>
          <a:stretch/>
        </p:blipFill>
        <p:spPr>
          <a:xfrm>
            <a:off x="4007114" y="4292309"/>
            <a:ext cx="4828" cy="8769"/>
          </a:xfrm>
          <a:prstGeom prst="rect">
            <a:avLst/>
          </a:prstGeom>
        </p:spPr>
      </p:pic>
      <p:pic>
        <p:nvPicPr>
          <p:cNvPr id="562" name="Image 557" descr="preencoded.png">    </p:cNvPr>
          <p:cNvPicPr>
            <a:picLocks noChangeAspect="1"/>
          </p:cNvPicPr>
          <p:nvPr/>
        </p:nvPicPr>
        <p:blipFill>
          <a:blip r:embed="rId558"/>
          <a:srcRect l="0" r="0" t="0" b="0"/>
          <a:stretch/>
        </p:blipFill>
        <p:spPr>
          <a:xfrm>
            <a:off x="4000928" y="4267120"/>
            <a:ext cx="8027" cy="2110"/>
          </a:xfrm>
          <a:prstGeom prst="rect">
            <a:avLst/>
          </a:prstGeom>
        </p:spPr>
      </p:pic>
      <p:pic>
        <p:nvPicPr>
          <p:cNvPr id="563" name="Image 558" descr="preencoded.png">    </p:cNvPr>
          <p:cNvPicPr>
            <a:picLocks noChangeAspect="1"/>
          </p:cNvPicPr>
          <p:nvPr/>
        </p:nvPicPr>
        <p:blipFill>
          <a:blip r:embed="rId559"/>
          <a:srcRect l="0" r="16" t="0" b="0"/>
          <a:stretch/>
        </p:blipFill>
        <p:spPr>
          <a:xfrm>
            <a:off x="3978455" y="4243306"/>
            <a:ext cx="25031" cy="45988"/>
          </a:xfrm>
          <a:prstGeom prst="rect">
            <a:avLst/>
          </a:prstGeom>
        </p:spPr>
      </p:pic>
      <p:pic>
        <p:nvPicPr>
          <p:cNvPr id="564" name="Image 559" descr="preencoded.png">    </p:cNvPr>
          <p:cNvPicPr>
            <a:picLocks noChangeAspect="1"/>
          </p:cNvPicPr>
          <p:nvPr/>
        </p:nvPicPr>
        <p:blipFill>
          <a:blip r:embed="rId560"/>
          <a:srcRect l="0" r="16" t="0" b="0"/>
          <a:stretch/>
        </p:blipFill>
        <p:spPr>
          <a:xfrm>
            <a:off x="3977980" y="4243306"/>
            <a:ext cx="25031" cy="45988"/>
          </a:xfrm>
          <a:prstGeom prst="rect">
            <a:avLst/>
          </a:prstGeom>
        </p:spPr>
      </p:pic>
      <p:pic>
        <p:nvPicPr>
          <p:cNvPr id="565" name="Image 560" descr="preencoded.png">    </p:cNvPr>
          <p:cNvPicPr>
            <a:picLocks noChangeAspect="1"/>
          </p:cNvPicPr>
          <p:nvPr/>
        </p:nvPicPr>
        <p:blipFill>
          <a:blip r:embed="rId561"/>
          <a:srcRect l="0" r="-38" t="0" b="0"/>
          <a:stretch/>
        </p:blipFill>
        <p:spPr>
          <a:xfrm>
            <a:off x="3987087" y="4287420"/>
            <a:ext cx="2614" cy="1915"/>
          </a:xfrm>
          <a:prstGeom prst="rect">
            <a:avLst/>
          </a:prstGeom>
        </p:spPr>
      </p:pic>
      <p:pic>
        <p:nvPicPr>
          <p:cNvPr id="566" name="Image 561" descr="preencoded.png">    </p:cNvPr>
          <p:cNvPicPr>
            <a:picLocks noChangeAspect="1"/>
          </p:cNvPicPr>
          <p:nvPr/>
        </p:nvPicPr>
        <p:blipFill>
          <a:blip r:embed="rId562"/>
          <a:srcRect l="0" r="-25" t="0" b="0"/>
          <a:stretch/>
        </p:blipFill>
        <p:spPr>
          <a:xfrm>
            <a:off x="3995012" y="4243300"/>
            <a:ext cx="8018" cy="45715"/>
          </a:xfrm>
          <a:prstGeom prst="rect">
            <a:avLst/>
          </a:prstGeom>
        </p:spPr>
      </p:pic>
      <p:pic>
        <p:nvPicPr>
          <p:cNvPr id="567" name="Image 562" descr="preencoded.png">    </p:cNvPr>
          <p:cNvPicPr>
            <a:picLocks noChangeAspect="1"/>
          </p:cNvPicPr>
          <p:nvPr/>
        </p:nvPicPr>
        <p:blipFill>
          <a:blip r:embed="rId563"/>
          <a:srcRect l="0" r="60" t="0" b="0"/>
          <a:stretch/>
        </p:blipFill>
        <p:spPr>
          <a:xfrm>
            <a:off x="3993942" y="4339376"/>
            <a:ext cx="3311" cy="1131"/>
          </a:xfrm>
          <a:prstGeom prst="rect">
            <a:avLst/>
          </a:prstGeom>
        </p:spPr>
      </p:pic>
      <p:pic>
        <p:nvPicPr>
          <p:cNvPr id="568" name="Image 563" descr="preencoded.png">    </p:cNvPr>
          <p:cNvPicPr>
            <a:picLocks noChangeAspect="1"/>
          </p:cNvPicPr>
          <p:nvPr/>
        </p:nvPicPr>
        <p:blipFill>
          <a:blip r:embed="rId564"/>
          <a:srcRect l="0" r="303" t="0" b="0"/>
          <a:stretch/>
        </p:blipFill>
        <p:spPr>
          <a:xfrm>
            <a:off x="4007634" y="4383493"/>
            <a:ext cx="1646" cy="48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352550"/>
            <a:ext cx="7924800" cy="2438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3681413"/>
            <a:ext cx="1233488" cy="1481138"/>
          </a:xfrm>
          <a:prstGeom prst="rect">
            <a:avLst/>
          </a:prstGeom>
          <a:noFill/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-2"/>
          <a:stretch/>
        </p:blipFill>
        <p:spPr>
          <a:xfrm>
            <a:off x="155395" y="5066902"/>
            <a:ext cx="517066" cy="65215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68427" y="4583420"/>
            <a:ext cx="488826" cy="539701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rcRect l="0" r="2" t="0" b="9277"/>
          <a:stretch/>
        </p:blipFill>
        <p:spPr>
          <a:xfrm>
            <a:off x="337886" y="5012931"/>
            <a:ext cx="152074" cy="130569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5"/>
          <a:srcRect l="0" r="-2" t="0" b="0"/>
          <a:stretch/>
        </p:blipFill>
        <p:spPr>
          <a:xfrm>
            <a:off x="386842" y="4026868"/>
            <a:ext cx="136810" cy="238355"/>
          </a:xfrm>
          <a:prstGeom prst="rect">
            <a:avLst/>
          </a:prstGeom>
        </p:spPr>
      </p:pic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6"/>
          <a:srcRect l="0" r="2" t="0" b="0"/>
          <a:stretch/>
        </p:blipFill>
        <p:spPr>
          <a:xfrm>
            <a:off x="357411" y="4885881"/>
            <a:ext cx="94534" cy="158487"/>
          </a:xfrm>
          <a:prstGeom prst="rect">
            <a:avLst/>
          </a:prstGeom>
        </p:spPr>
      </p:pic>
      <p:pic>
        <p:nvPicPr>
          <p:cNvPr id="9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266858" y="4505841"/>
            <a:ext cx="542479" cy="585731"/>
          </a:xfrm>
          <a:prstGeom prst="rect">
            <a:avLst/>
          </a:prstGeom>
        </p:spPr>
      </p:pic>
      <p:pic>
        <p:nvPicPr>
          <p:cNvPr id="10" name="Image 7" descr="preencoded.png">    </p:cNvPr>
          <p:cNvPicPr>
            <a:picLocks noChangeAspect="1"/>
          </p:cNvPicPr>
          <p:nvPr/>
        </p:nvPicPr>
        <p:blipFill>
          <a:blip r:embed="rId8"/>
          <a:srcRect l="0" r="1" t="0" b="19956"/>
          <a:stretch/>
        </p:blipFill>
        <p:spPr>
          <a:xfrm>
            <a:off x="671280" y="5067105"/>
            <a:ext cx="214257" cy="76395"/>
          </a:xfrm>
          <a:prstGeom prst="rect">
            <a:avLst/>
          </a:prstGeom>
        </p:spPr>
      </p:pic>
      <p:pic>
        <p:nvPicPr>
          <p:cNvPr id="11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281760" y="4172341"/>
            <a:ext cx="276727" cy="364720"/>
          </a:xfrm>
          <a:prstGeom prst="rect">
            <a:avLst/>
          </a:prstGeom>
        </p:spPr>
      </p:pic>
      <p:pic>
        <p:nvPicPr>
          <p:cNvPr id="12" name="Image 9" descr="preencoded.png">    </p:cNvPr>
          <p:cNvPicPr>
            <a:picLocks noChangeAspect="1"/>
          </p:cNvPicPr>
          <p:nvPr/>
        </p:nvPicPr>
        <p:blipFill>
          <a:blip r:embed="rId10"/>
          <a:srcRect l="0" r="3" t="0" b="0"/>
          <a:stretch/>
        </p:blipFill>
        <p:spPr>
          <a:xfrm>
            <a:off x="509476" y="4244982"/>
            <a:ext cx="70647" cy="240721"/>
          </a:xfrm>
          <a:prstGeom prst="rect">
            <a:avLst/>
          </a:prstGeom>
        </p:spPr>
      </p:pic>
      <p:pic>
        <p:nvPicPr>
          <p:cNvPr id="13" name="Image 10" descr="preencoded.png">    </p:cNvPr>
          <p:cNvPicPr>
            <a:picLocks noChangeAspect="1"/>
          </p:cNvPicPr>
          <p:nvPr/>
        </p:nvPicPr>
        <p:blipFill>
          <a:blip r:embed="rId11"/>
          <a:srcRect l="0" r="-2" t="0" b="0"/>
          <a:stretch/>
        </p:blipFill>
        <p:spPr>
          <a:xfrm>
            <a:off x="503932" y="4433875"/>
            <a:ext cx="101333" cy="94830"/>
          </a:xfrm>
          <a:prstGeom prst="rect">
            <a:avLst/>
          </a:prstGeom>
        </p:spPr>
      </p:pic>
      <p:pic>
        <p:nvPicPr>
          <p:cNvPr id="14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460642" y="4274214"/>
            <a:ext cx="221605" cy="107940"/>
          </a:xfrm>
          <a:prstGeom prst="rect">
            <a:avLst/>
          </a:prstGeom>
        </p:spPr>
      </p:pic>
      <p:pic>
        <p:nvPicPr>
          <p:cNvPr id="15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367215" y="4274216"/>
            <a:ext cx="315023" cy="196393"/>
          </a:xfrm>
          <a:prstGeom prst="rect">
            <a:avLst/>
          </a:prstGeom>
        </p:spPr>
      </p:pic>
      <p:pic>
        <p:nvPicPr>
          <p:cNvPr id="16" name="Image 13" descr="preencoded.png">    </p:cNvPr>
          <p:cNvPicPr>
            <a:picLocks noChangeAspect="1"/>
          </p:cNvPicPr>
          <p:nvPr/>
        </p:nvPicPr>
        <p:blipFill>
          <a:blip r:embed="rId14"/>
          <a:srcRect l="0" r="6" t="0" b="0"/>
          <a:stretch/>
        </p:blipFill>
        <p:spPr>
          <a:xfrm>
            <a:off x="582299" y="4373602"/>
            <a:ext cx="52192" cy="127738"/>
          </a:xfrm>
          <a:prstGeom prst="rect">
            <a:avLst/>
          </a:prstGeom>
        </p:spPr>
      </p:pic>
      <p:pic>
        <p:nvPicPr>
          <p:cNvPr id="17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392627" y="4396292"/>
            <a:ext cx="90562" cy="97512"/>
          </a:xfrm>
          <a:prstGeom prst="rect">
            <a:avLst/>
          </a:prstGeom>
        </p:spPr>
      </p:pic>
      <p:pic>
        <p:nvPicPr>
          <p:cNvPr id="18" name="Image 15" descr="preencoded.png">    </p:cNvPr>
          <p:cNvPicPr>
            <a:picLocks noChangeAspect="1"/>
          </p:cNvPicPr>
          <p:nvPr/>
        </p:nvPicPr>
        <p:blipFill>
          <a:blip r:embed="rId16"/>
          <a:srcRect l="0" r="-1" t="0" b="0"/>
          <a:stretch/>
        </p:blipFill>
        <p:spPr>
          <a:xfrm>
            <a:off x="235986" y="4217997"/>
            <a:ext cx="177096" cy="314258"/>
          </a:xfrm>
          <a:prstGeom prst="rect">
            <a:avLst/>
          </a:prstGeom>
        </p:spPr>
      </p:pic>
      <p:pic>
        <p:nvPicPr>
          <p:cNvPr id="19" name="Image 16" descr="preencoded.png">    </p:cNvPr>
          <p:cNvPicPr>
            <a:picLocks noChangeAspect="1"/>
          </p:cNvPicPr>
          <p:nvPr/>
        </p:nvPicPr>
        <p:blipFill>
          <a:blip r:embed="rId17"/>
          <a:srcRect l="0" r="3" t="0" b="0"/>
          <a:stretch/>
        </p:blipFill>
        <p:spPr>
          <a:xfrm>
            <a:off x="561659" y="4437474"/>
            <a:ext cx="39105" cy="80733"/>
          </a:xfrm>
          <a:prstGeom prst="rect">
            <a:avLst/>
          </a:prstGeom>
        </p:spPr>
      </p:pic>
      <p:pic>
        <p:nvPicPr>
          <p:cNvPr id="20" name="Image 17" descr="preencoded.png">    </p:cNvPr>
          <p:cNvPicPr>
            <a:picLocks noChangeAspect="1"/>
          </p:cNvPicPr>
          <p:nvPr/>
        </p:nvPicPr>
        <p:blipFill>
          <a:blip r:embed="rId18"/>
          <a:srcRect l="0" r="2" t="0" b="0"/>
          <a:stretch/>
        </p:blipFill>
        <p:spPr>
          <a:xfrm>
            <a:off x="10864" y="3812095"/>
            <a:ext cx="117314" cy="121431"/>
          </a:xfrm>
          <a:prstGeom prst="rect">
            <a:avLst/>
          </a:prstGeom>
        </p:spPr>
      </p:pic>
      <p:pic>
        <p:nvPicPr>
          <p:cNvPr id="21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>
            <a:off x="0" y="4324811"/>
            <a:ext cx="139043" cy="143920"/>
          </a:xfrm>
          <a:prstGeom prst="rect">
            <a:avLst/>
          </a:prstGeom>
        </p:spPr>
      </p:pic>
      <p:pic>
        <p:nvPicPr>
          <p:cNvPr id="22" name="Image 19" descr="preencoded.png">    </p:cNvPr>
          <p:cNvPicPr>
            <a:picLocks noChangeAspect="1"/>
          </p:cNvPicPr>
          <p:nvPr/>
        </p:nvPicPr>
        <p:blipFill>
          <a:blip r:embed="rId20"/>
          <a:srcRect l="0" r="-3" t="0" b="0"/>
          <a:stretch/>
        </p:blipFill>
        <p:spPr>
          <a:xfrm>
            <a:off x="565138" y="3681413"/>
            <a:ext cx="140773" cy="126187"/>
          </a:xfrm>
          <a:prstGeom prst="rect">
            <a:avLst/>
          </a:prstGeom>
        </p:spPr>
      </p:pic>
      <p:pic>
        <p:nvPicPr>
          <p:cNvPr id="23" name="Image 20" descr="preencoded.png">    </p:cNvPr>
          <p:cNvPicPr>
            <a:picLocks noChangeAspect="1"/>
          </p:cNvPicPr>
          <p:nvPr/>
        </p:nvPicPr>
        <p:blipFill>
          <a:blip r:embed="rId21"/>
          <a:srcRect l="0" r="0" t="0" b="0"/>
          <a:stretch/>
        </p:blipFill>
        <p:spPr>
          <a:xfrm>
            <a:off x="965485" y="3872812"/>
            <a:ext cx="268002" cy="270121"/>
          </a:xfrm>
          <a:prstGeom prst="rect">
            <a:avLst/>
          </a:prstGeom>
        </p:spPr>
      </p:pic>
      <p:pic>
        <p:nvPicPr>
          <p:cNvPr id="24" name="Image 21" descr="preencoded.png">    </p:cNvPr>
          <p:cNvPicPr>
            <a:picLocks noChangeAspect="1"/>
          </p:cNvPicPr>
          <p:nvPr/>
        </p:nvPicPr>
        <p:blipFill>
          <a:blip r:embed="rId22"/>
          <a:srcRect l="0" r="7208" t="0" b="16082"/>
          <a:stretch/>
        </p:blipFill>
        <p:spPr>
          <a:xfrm>
            <a:off x="353837" y="3992791"/>
            <a:ext cx="182073" cy="138815"/>
          </a:xfrm>
          <a:prstGeom prst="rect">
            <a:avLst/>
          </a:prstGeom>
        </p:spPr>
      </p:pic>
      <p:sp>
        <p:nvSpPr>
          <p:cNvPr id="25" name="Shape 1"/>
          <p:cNvSpPr/>
          <p:nvPr/>
        </p:nvSpPr>
        <p:spPr>
          <a:xfrm>
            <a:off x="5334000" y="1819275"/>
            <a:ext cx="3809952" cy="3325973"/>
          </a:xfrm>
          <a:prstGeom prst="rect">
            <a:avLst/>
          </a:prstGeom>
          <a:noFill/>
          <a:ln/>
        </p:spPr>
      </p:sp>
      <p:pic>
        <p:nvPicPr>
          <p:cNvPr id="26" name="Image 22" descr="preencoded.png">    </p:cNvPr>
          <p:cNvPicPr>
            <a:picLocks noChangeAspect="1"/>
          </p:cNvPicPr>
          <p:nvPr/>
        </p:nvPicPr>
        <p:blipFill>
          <a:blip r:embed="rId23"/>
          <a:srcRect l="0" r="0" t="0" b="0"/>
          <a:stretch/>
        </p:blipFill>
        <p:spPr>
          <a:xfrm>
            <a:off x="8710613" y="4119562"/>
            <a:ext cx="184463" cy="193774"/>
          </a:xfrm>
          <a:prstGeom prst="rect">
            <a:avLst/>
          </a:prstGeom>
        </p:spPr>
      </p:pic>
      <p:pic>
        <p:nvPicPr>
          <p:cNvPr id="27" name="Image 23" descr="preencoded.png">    </p:cNvPr>
          <p:cNvPicPr>
            <a:picLocks noChangeAspect="1"/>
          </p:cNvPicPr>
          <p:nvPr/>
        </p:nvPicPr>
        <p:blipFill>
          <a:blip r:embed="rId24"/>
          <a:srcRect l="0" r="1" t="0" b="0"/>
          <a:stretch/>
        </p:blipFill>
        <p:spPr>
          <a:xfrm>
            <a:off x="8545618" y="3909864"/>
            <a:ext cx="258570" cy="440032"/>
          </a:xfrm>
          <a:prstGeom prst="rect">
            <a:avLst/>
          </a:prstGeom>
        </p:spPr>
      </p:pic>
      <p:pic>
        <p:nvPicPr>
          <p:cNvPr id="28" name="Image 24" descr="preencoded.png">    </p:cNvPr>
          <p:cNvPicPr>
            <a:picLocks noChangeAspect="1"/>
          </p:cNvPicPr>
          <p:nvPr/>
        </p:nvPicPr>
        <p:blipFill>
          <a:blip r:embed="rId25"/>
          <a:srcRect l="0" r="0" t="0" b="0"/>
          <a:stretch/>
        </p:blipFill>
        <p:spPr>
          <a:xfrm>
            <a:off x="8181482" y="4242061"/>
            <a:ext cx="231437" cy="491814"/>
          </a:xfrm>
          <a:prstGeom prst="rect">
            <a:avLst/>
          </a:prstGeom>
        </p:spPr>
      </p:pic>
      <p:pic>
        <p:nvPicPr>
          <p:cNvPr id="29" name="Image 25" descr="preencoded.png">    </p:cNvPr>
          <p:cNvPicPr>
            <a:picLocks noChangeAspect="1"/>
          </p:cNvPicPr>
          <p:nvPr/>
        </p:nvPicPr>
        <p:blipFill>
          <a:blip r:embed="rId26"/>
          <a:srcRect l="0" r="0" t="0" b="0"/>
          <a:stretch/>
        </p:blipFill>
        <p:spPr>
          <a:xfrm>
            <a:off x="8535749" y="4528725"/>
            <a:ext cx="334128" cy="409865"/>
          </a:xfrm>
          <a:prstGeom prst="rect">
            <a:avLst/>
          </a:prstGeom>
        </p:spPr>
      </p:pic>
      <p:pic>
        <p:nvPicPr>
          <p:cNvPr id="30" name="Image 26" descr="preencoded.png">    </p:cNvPr>
          <p:cNvPicPr>
            <a:picLocks noChangeAspect="1"/>
          </p:cNvPicPr>
          <p:nvPr/>
        </p:nvPicPr>
        <p:blipFill>
          <a:blip r:embed="rId27"/>
          <a:srcRect l="0" r="0" t="0" b="17003"/>
          <a:stretch/>
        </p:blipFill>
        <p:spPr>
          <a:xfrm>
            <a:off x="8298368" y="5134948"/>
            <a:ext cx="786492" cy="8552"/>
          </a:xfrm>
          <a:prstGeom prst="rect">
            <a:avLst/>
          </a:prstGeom>
        </p:spPr>
      </p:pic>
      <p:pic>
        <p:nvPicPr>
          <p:cNvPr id="31" name="Image 27" descr="preencoded.png">    </p:cNvPr>
          <p:cNvPicPr>
            <a:picLocks noChangeAspect="1"/>
          </p:cNvPicPr>
          <p:nvPr/>
        </p:nvPicPr>
        <p:blipFill>
          <a:blip r:embed="rId28"/>
          <a:srcRect l="0" r="0" t="0" b="0"/>
          <a:stretch/>
        </p:blipFill>
        <p:spPr>
          <a:xfrm>
            <a:off x="8410333" y="4784711"/>
            <a:ext cx="560375" cy="358519"/>
          </a:xfrm>
          <a:prstGeom prst="rect">
            <a:avLst/>
          </a:prstGeom>
        </p:spPr>
      </p:pic>
      <p:pic>
        <p:nvPicPr>
          <p:cNvPr id="32" name="Image 28" descr="preencoded.png">    </p:cNvPr>
          <p:cNvPicPr>
            <a:picLocks noChangeAspect="1"/>
          </p:cNvPicPr>
          <p:nvPr/>
        </p:nvPicPr>
        <p:blipFill>
          <a:blip r:embed="rId29"/>
          <a:srcRect l="0" r="0" t="0" b="0"/>
          <a:stretch/>
        </p:blipFill>
        <p:spPr>
          <a:xfrm>
            <a:off x="8552418" y="4201898"/>
            <a:ext cx="284736" cy="519367"/>
          </a:xfrm>
          <a:prstGeom prst="rect">
            <a:avLst/>
          </a:prstGeom>
        </p:spPr>
      </p:pic>
      <p:pic>
        <p:nvPicPr>
          <p:cNvPr id="33" name="Image 29" descr="preencoded.png">    </p:cNvPr>
          <p:cNvPicPr>
            <a:picLocks noChangeAspect="1"/>
          </p:cNvPicPr>
          <p:nvPr/>
        </p:nvPicPr>
        <p:blipFill>
          <a:blip r:embed="rId30"/>
          <a:srcRect l="0" r="0" t="0" b="0"/>
          <a:stretch/>
        </p:blipFill>
        <p:spPr>
          <a:xfrm>
            <a:off x="8759819" y="4201662"/>
            <a:ext cx="243176" cy="898522"/>
          </a:xfrm>
          <a:prstGeom prst="rect">
            <a:avLst/>
          </a:prstGeom>
        </p:spPr>
      </p:pic>
      <p:pic>
        <p:nvPicPr>
          <p:cNvPr id="34" name="Image 30" descr="preencoded.png">    </p:cNvPr>
          <p:cNvPicPr>
            <a:picLocks noChangeAspect="1"/>
          </p:cNvPicPr>
          <p:nvPr/>
        </p:nvPicPr>
        <p:blipFill>
          <a:blip r:embed="rId31"/>
          <a:srcRect l="0" r="0" t="0" b="0"/>
          <a:stretch/>
        </p:blipFill>
        <p:spPr>
          <a:xfrm>
            <a:off x="8410287" y="4211099"/>
            <a:ext cx="248813" cy="847452"/>
          </a:xfrm>
          <a:prstGeom prst="rect">
            <a:avLst/>
          </a:prstGeom>
        </p:spPr>
      </p:pic>
      <p:pic>
        <p:nvPicPr>
          <p:cNvPr id="35" name="Image 31" descr="preencoded.png">    </p:cNvPr>
          <p:cNvPicPr>
            <a:picLocks noChangeAspect="1"/>
          </p:cNvPicPr>
          <p:nvPr/>
        </p:nvPicPr>
        <p:blipFill>
          <a:blip r:embed="rId32"/>
          <a:srcRect l="0" r="1" t="0" b="0"/>
          <a:stretch/>
        </p:blipFill>
        <p:spPr>
          <a:xfrm>
            <a:off x="8215685" y="4285549"/>
            <a:ext cx="303535" cy="457301"/>
          </a:xfrm>
          <a:prstGeom prst="rect">
            <a:avLst/>
          </a:prstGeom>
        </p:spPr>
      </p:pic>
      <p:pic>
        <p:nvPicPr>
          <p:cNvPr id="36" name="Image 32" descr="preencoded.png">    </p:cNvPr>
          <p:cNvPicPr>
            <a:picLocks noChangeAspect="1"/>
          </p:cNvPicPr>
          <p:nvPr/>
        </p:nvPicPr>
        <p:blipFill>
          <a:blip r:embed="rId33"/>
          <a:srcRect l="0" r="1" t="0" b="0"/>
          <a:stretch/>
        </p:blipFill>
        <p:spPr>
          <a:xfrm>
            <a:off x="8839591" y="4679166"/>
            <a:ext cx="276513" cy="393730"/>
          </a:xfrm>
          <a:prstGeom prst="rect">
            <a:avLst/>
          </a:prstGeom>
        </p:spPr>
      </p:pic>
      <p:pic>
        <p:nvPicPr>
          <p:cNvPr id="37" name="Image 33" descr="preencoded.png">    </p:cNvPr>
          <p:cNvPicPr>
            <a:picLocks noChangeAspect="1"/>
          </p:cNvPicPr>
          <p:nvPr/>
        </p:nvPicPr>
        <p:blipFill>
          <a:blip r:embed="rId34"/>
          <a:srcRect l="0" r="4" t="0" b="0"/>
          <a:stretch/>
        </p:blipFill>
        <p:spPr>
          <a:xfrm>
            <a:off x="8890397" y="4277916"/>
            <a:ext cx="253555" cy="679626"/>
          </a:xfrm>
          <a:prstGeom prst="rect">
            <a:avLst/>
          </a:prstGeom>
        </p:spPr>
      </p:pic>
      <p:pic>
        <p:nvPicPr>
          <p:cNvPr id="38" name="Image 34" descr="preencoded.png">    </p:cNvPr>
          <p:cNvPicPr>
            <a:picLocks noChangeAspect="1"/>
          </p:cNvPicPr>
          <p:nvPr/>
        </p:nvPicPr>
        <p:blipFill>
          <a:blip r:embed="rId35"/>
          <a:srcRect l="0" r="0" t="0" b="0"/>
          <a:stretch/>
        </p:blipFill>
        <p:spPr>
          <a:xfrm>
            <a:off x="8546557" y="3869352"/>
            <a:ext cx="340928" cy="337220"/>
          </a:xfrm>
          <a:prstGeom prst="rect">
            <a:avLst/>
          </a:prstGeom>
        </p:spPr>
      </p:pic>
      <p:pic>
        <p:nvPicPr>
          <p:cNvPr id="39" name="Image 35" descr="preencoded.png">    </p:cNvPr>
          <p:cNvPicPr>
            <a:picLocks noChangeAspect="1"/>
          </p:cNvPicPr>
          <p:nvPr/>
        </p:nvPicPr>
        <p:blipFill>
          <a:blip r:embed="rId36"/>
          <a:srcRect l="0" r="0" t="0" b="0"/>
          <a:stretch/>
        </p:blipFill>
        <p:spPr>
          <a:xfrm>
            <a:off x="7503877" y="3549177"/>
            <a:ext cx="148037" cy="209235"/>
          </a:xfrm>
          <a:prstGeom prst="rect">
            <a:avLst/>
          </a:prstGeom>
        </p:spPr>
      </p:pic>
      <p:pic>
        <p:nvPicPr>
          <p:cNvPr id="40" name="Image 36" descr="preencoded.png">    </p:cNvPr>
          <p:cNvPicPr>
            <a:picLocks noChangeAspect="1"/>
          </p:cNvPicPr>
          <p:nvPr/>
        </p:nvPicPr>
        <p:blipFill>
          <a:blip r:embed="rId37"/>
          <a:srcRect l="0" r="0" t="0" b="0"/>
          <a:stretch/>
        </p:blipFill>
        <p:spPr>
          <a:xfrm>
            <a:off x="8095794" y="3798582"/>
            <a:ext cx="196072" cy="183763"/>
          </a:xfrm>
          <a:prstGeom prst="rect">
            <a:avLst/>
          </a:prstGeom>
        </p:spPr>
      </p:pic>
      <p:pic>
        <p:nvPicPr>
          <p:cNvPr id="41" name="Image 37" descr="preencoded.png">    </p:cNvPr>
          <p:cNvPicPr>
            <a:picLocks noChangeAspect="1"/>
          </p:cNvPicPr>
          <p:nvPr/>
        </p:nvPicPr>
        <p:blipFill>
          <a:blip r:embed="rId38"/>
          <a:srcRect l="0" r="5" t="0" b="0"/>
          <a:stretch/>
        </p:blipFill>
        <p:spPr>
          <a:xfrm>
            <a:off x="8225070" y="3895595"/>
            <a:ext cx="77902" cy="82050"/>
          </a:xfrm>
          <a:prstGeom prst="rect">
            <a:avLst/>
          </a:prstGeom>
        </p:spPr>
      </p:pic>
      <p:pic>
        <p:nvPicPr>
          <p:cNvPr id="42" name="Image 38" descr="preencoded.png">    </p:cNvPr>
          <p:cNvPicPr>
            <a:picLocks noChangeAspect="1"/>
          </p:cNvPicPr>
          <p:nvPr/>
        </p:nvPicPr>
        <p:blipFill>
          <a:blip r:embed="rId39"/>
          <a:srcRect l="0" r="3" t="0" b="0"/>
          <a:stretch/>
        </p:blipFill>
        <p:spPr>
          <a:xfrm>
            <a:off x="8225070" y="3895595"/>
            <a:ext cx="77902" cy="82050"/>
          </a:xfrm>
          <a:prstGeom prst="rect">
            <a:avLst/>
          </a:prstGeom>
        </p:spPr>
      </p:pic>
      <p:pic>
        <p:nvPicPr>
          <p:cNvPr id="43" name="Image 39" descr="preencoded.png">    </p:cNvPr>
          <p:cNvPicPr>
            <a:picLocks noChangeAspect="1"/>
          </p:cNvPicPr>
          <p:nvPr/>
        </p:nvPicPr>
        <p:blipFill>
          <a:blip r:embed="rId40"/>
          <a:srcRect l="0" r="-1" t="0" b="0"/>
          <a:stretch/>
        </p:blipFill>
        <p:spPr>
          <a:xfrm>
            <a:off x="7789580" y="3955023"/>
            <a:ext cx="148037" cy="141540"/>
          </a:xfrm>
          <a:prstGeom prst="rect">
            <a:avLst/>
          </a:prstGeom>
        </p:spPr>
      </p:pic>
      <p:pic>
        <p:nvPicPr>
          <p:cNvPr id="44" name="Image 40" descr="preencoded.png">    </p:cNvPr>
          <p:cNvPicPr>
            <a:picLocks noChangeAspect="1"/>
          </p:cNvPicPr>
          <p:nvPr/>
        </p:nvPicPr>
        <p:blipFill>
          <a:blip r:embed="rId41"/>
          <a:srcRect l="0" r="1" t="0" b="0"/>
          <a:stretch/>
        </p:blipFill>
        <p:spPr>
          <a:xfrm>
            <a:off x="7334250" y="3898326"/>
            <a:ext cx="210378" cy="221573"/>
          </a:xfrm>
          <a:prstGeom prst="rect">
            <a:avLst/>
          </a:prstGeom>
        </p:spPr>
      </p:pic>
      <p:pic>
        <p:nvPicPr>
          <p:cNvPr id="45" name="Image 41" descr="preencoded.png">    </p:cNvPr>
          <p:cNvPicPr>
            <a:picLocks noChangeAspect="1"/>
          </p:cNvPicPr>
          <p:nvPr/>
        </p:nvPicPr>
        <p:blipFill>
          <a:blip r:embed="rId42"/>
          <a:srcRect l="0" r="0" t="0" b="0"/>
          <a:stretch/>
        </p:blipFill>
        <p:spPr>
          <a:xfrm>
            <a:off x="7389298" y="3967235"/>
            <a:ext cx="38221" cy="40264"/>
          </a:xfrm>
          <a:prstGeom prst="rect">
            <a:avLst/>
          </a:prstGeom>
        </p:spPr>
      </p:pic>
      <p:pic>
        <p:nvPicPr>
          <p:cNvPr id="46" name="Image 42" descr="preencoded.png">    </p:cNvPr>
          <p:cNvPicPr>
            <a:picLocks noChangeAspect="1"/>
          </p:cNvPicPr>
          <p:nvPr/>
        </p:nvPicPr>
        <p:blipFill>
          <a:blip r:embed="rId43"/>
          <a:srcRect l="0" r="0" t="0" b="0"/>
          <a:stretch/>
        </p:blipFill>
        <p:spPr>
          <a:xfrm>
            <a:off x="7389298" y="3967235"/>
            <a:ext cx="38230" cy="40264"/>
          </a:xfrm>
          <a:prstGeom prst="rect">
            <a:avLst/>
          </a:prstGeom>
        </p:spPr>
      </p:pic>
      <p:pic>
        <p:nvPicPr>
          <p:cNvPr id="47" name="Image 43" descr="preencoded.png">    </p:cNvPr>
          <p:cNvPicPr>
            <a:picLocks noChangeAspect="1"/>
          </p:cNvPicPr>
          <p:nvPr/>
        </p:nvPicPr>
        <p:blipFill>
          <a:blip r:embed="rId44"/>
          <a:srcRect l="0" r="0" t="0" b="0"/>
          <a:stretch/>
        </p:blipFill>
        <p:spPr>
          <a:xfrm>
            <a:off x="7463851" y="4015547"/>
            <a:ext cx="10241" cy="17686"/>
          </a:xfrm>
          <a:prstGeom prst="rect">
            <a:avLst/>
          </a:prstGeom>
        </p:spPr>
      </p:pic>
      <p:pic>
        <p:nvPicPr>
          <p:cNvPr id="48" name="Image 44" descr="preencoded.png">    </p:cNvPr>
          <p:cNvPicPr>
            <a:picLocks noChangeAspect="1"/>
          </p:cNvPicPr>
          <p:nvPr/>
        </p:nvPicPr>
        <p:blipFill>
          <a:blip r:embed="rId45"/>
          <a:srcRect l="0" r="22" t="0" b="4"/>
          <a:stretch/>
        </p:blipFill>
        <p:spPr>
          <a:xfrm>
            <a:off x="7460028" y="4011524"/>
            <a:ext cx="17878" cy="25730"/>
          </a:xfrm>
          <a:prstGeom prst="rect">
            <a:avLst/>
          </a:prstGeom>
        </p:spPr>
      </p:pic>
      <p:pic>
        <p:nvPicPr>
          <p:cNvPr id="49" name="Image 45" descr="preencoded.png">    </p:cNvPr>
          <p:cNvPicPr>
            <a:picLocks noChangeAspect="1"/>
          </p:cNvPicPr>
          <p:nvPr/>
        </p:nvPicPr>
        <p:blipFill>
          <a:blip r:embed="rId46"/>
          <a:srcRect l="0" r="6" t="0" b="0"/>
          <a:stretch/>
        </p:blipFill>
        <p:spPr>
          <a:xfrm>
            <a:off x="7470121" y="4015547"/>
            <a:ext cx="15608" cy="33453"/>
          </a:xfrm>
          <a:prstGeom prst="rect">
            <a:avLst/>
          </a:prstGeom>
        </p:spPr>
      </p:pic>
      <p:pic>
        <p:nvPicPr>
          <p:cNvPr id="50" name="Image 46" descr="preencoded.png">    </p:cNvPr>
          <p:cNvPicPr>
            <a:picLocks noChangeAspect="1"/>
          </p:cNvPicPr>
          <p:nvPr/>
        </p:nvPicPr>
        <p:blipFill>
          <a:blip r:embed="rId47"/>
          <a:srcRect l="0" r="-4" t="0" b="0"/>
          <a:stretch/>
        </p:blipFill>
        <p:spPr>
          <a:xfrm>
            <a:off x="7466288" y="4011523"/>
            <a:ext cx="23254" cy="41506"/>
          </a:xfrm>
          <a:prstGeom prst="rect">
            <a:avLst/>
          </a:prstGeom>
        </p:spPr>
      </p:pic>
      <p:pic>
        <p:nvPicPr>
          <p:cNvPr id="51" name="Image 47" descr="preencoded.png">    </p:cNvPr>
          <p:cNvPicPr>
            <a:picLocks noChangeAspect="1"/>
          </p:cNvPicPr>
          <p:nvPr/>
        </p:nvPicPr>
        <p:blipFill>
          <a:blip r:embed="rId48"/>
          <a:srcRect l="0" r="3" t="0" b="0"/>
          <a:stretch/>
        </p:blipFill>
        <p:spPr>
          <a:xfrm>
            <a:off x="7405074" y="3967737"/>
            <a:ext cx="77409" cy="81529"/>
          </a:xfrm>
          <a:prstGeom prst="rect">
            <a:avLst/>
          </a:prstGeom>
        </p:spPr>
      </p:pic>
      <p:pic>
        <p:nvPicPr>
          <p:cNvPr id="52" name="Image 48" descr="preencoded.png">    </p:cNvPr>
          <p:cNvPicPr>
            <a:picLocks noChangeAspect="1"/>
          </p:cNvPicPr>
          <p:nvPr/>
        </p:nvPicPr>
        <p:blipFill>
          <a:blip r:embed="rId49"/>
          <a:srcRect l="0" r="1" t="0" b="0"/>
          <a:stretch/>
        </p:blipFill>
        <p:spPr>
          <a:xfrm>
            <a:off x="7886216" y="3481388"/>
            <a:ext cx="210378" cy="221573"/>
          </a:xfrm>
          <a:prstGeom prst="rect">
            <a:avLst/>
          </a:prstGeom>
        </p:spPr>
      </p:pic>
      <p:pic>
        <p:nvPicPr>
          <p:cNvPr id="53" name="Image 49" descr="preencoded.png">    </p:cNvPr>
          <p:cNvPicPr>
            <a:picLocks noChangeAspect="1"/>
          </p:cNvPicPr>
          <p:nvPr/>
        </p:nvPicPr>
        <p:blipFill>
          <a:blip r:embed="rId50"/>
          <a:srcRect l="0" r="0" t="0" b="0"/>
          <a:stretch/>
        </p:blipFill>
        <p:spPr>
          <a:xfrm>
            <a:off x="7933646" y="3542525"/>
            <a:ext cx="57541" cy="98281"/>
          </a:xfrm>
          <a:prstGeom prst="rect">
            <a:avLst/>
          </a:prstGeom>
        </p:spPr>
      </p:pic>
      <p:pic>
        <p:nvPicPr>
          <p:cNvPr id="54" name="Image 50" descr="preencoded.png">    </p:cNvPr>
          <p:cNvPicPr>
            <a:picLocks noChangeAspect="1"/>
          </p:cNvPicPr>
          <p:nvPr/>
        </p:nvPicPr>
        <p:blipFill>
          <a:blip r:embed="rId51"/>
          <a:srcRect l="0" r="-5" t="0" b="0"/>
          <a:stretch/>
        </p:blipFill>
        <p:spPr>
          <a:xfrm>
            <a:off x="7942594" y="3584916"/>
            <a:ext cx="39774" cy="13499"/>
          </a:xfrm>
          <a:prstGeom prst="rect">
            <a:avLst/>
          </a:prstGeom>
        </p:spPr>
      </p:pic>
      <p:pic>
        <p:nvPicPr>
          <p:cNvPr id="55" name="Image 51" descr="preencoded.png">    </p:cNvPr>
          <p:cNvPicPr>
            <a:picLocks noChangeAspect="1"/>
          </p:cNvPicPr>
          <p:nvPr/>
        </p:nvPicPr>
        <p:blipFill>
          <a:blip r:embed="rId52"/>
          <a:srcRect l="0" r="0" t="0" b="0"/>
          <a:stretch/>
        </p:blipFill>
        <p:spPr>
          <a:xfrm>
            <a:off x="7997437" y="3562619"/>
            <a:ext cx="50155" cy="5810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14363" y="2400300"/>
            <a:ext cx="228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EEEEEE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MATHS</a:t>
            </a:r>
            <a:endParaRPr lang="en-US" sz="2138" dirty="0"/>
          </a:p>
        </p:txBody>
      </p:sp>
      <p:sp>
        <p:nvSpPr>
          <p:cNvPr id="4" name="Shape 1"/>
          <p:cNvSpPr/>
          <p:nvPr/>
        </p:nvSpPr>
        <p:spPr>
          <a:xfrm>
            <a:off x="3514725" y="538163"/>
            <a:ext cx="5143500" cy="3910013"/>
          </a:xfrm>
          <a:prstGeom prst="rect">
            <a:avLst/>
          </a:prstGeom>
          <a:noFill/>
          <a:ln/>
        </p:spPr>
      </p:sp>
      <p:sp>
        <p:nvSpPr>
          <p:cNvPr id="5" name="Shape 2"/>
          <p:cNvSpPr/>
          <p:nvPr/>
        </p:nvSpPr>
        <p:spPr>
          <a:xfrm>
            <a:off x="3514725" y="538163"/>
            <a:ext cx="5143500" cy="1685925"/>
          </a:xfrm>
          <a:prstGeom prst="rect">
            <a:avLst/>
          </a:prstGeom>
          <a:noFill/>
          <a:ln/>
        </p:spPr>
      </p:sp>
      <p:sp>
        <p:nvSpPr>
          <p:cNvPr id="6" name="Shape 3"/>
          <p:cNvSpPr/>
          <p:nvPr/>
        </p:nvSpPr>
        <p:spPr>
          <a:xfrm>
            <a:off x="3514725" y="538163"/>
            <a:ext cx="2324100" cy="457200"/>
          </a:xfrm>
          <a:prstGeom prst="rect">
            <a:avLst/>
          </a:prstGeom>
          <a:noFill/>
          <a:ln/>
        </p:spPr>
      </p:sp>
      <p:sp>
        <p:nvSpPr>
          <p:cNvPr id="7" name="Text 4"/>
          <p:cNvSpPr/>
          <p:nvPr/>
        </p:nvSpPr>
        <p:spPr>
          <a:xfrm>
            <a:off x="3514725" y="538163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678E7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Volatility</a:t>
            </a:r>
            <a:endParaRPr lang="en-US" sz="1283" dirty="0"/>
          </a:p>
        </p:txBody>
      </p:sp>
      <p:sp>
        <p:nvSpPr>
          <p:cNvPr id="8" name="Text 5"/>
          <p:cNvSpPr/>
          <p:nvPr/>
        </p:nvSpPr>
        <p:spPr>
          <a:xfrm>
            <a:off x="3514725" y="842963"/>
            <a:ext cx="2324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678E7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OHLC</a:t>
            </a:r>
            <a:endParaRPr lang="en-US" sz="855" dirty="0"/>
          </a:p>
        </p:txBody>
      </p:sp>
      <p:sp>
        <p:nvSpPr>
          <p:cNvPr id="9" name="Shape 6"/>
          <p:cNvSpPr/>
          <p:nvPr/>
        </p:nvSpPr>
        <p:spPr>
          <a:xfrm>
            <a:off x="6334125" y="538163"/>
            <a:ext cx="2324100" cy="45720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6334125" y="538163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678E7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Vixed Stop Loss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6334125" y="842963"/>
            <a:ext cx="2324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678E7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BUY AND SELL ORDERS BY MP</a:t>
            </a:r>
            <a:endParaRPr lang="en-US" sz="855" dirty="0"/>
          </a:p>
        </p:txBody>
      </p:sp>
      <p:sp>
        <p:nvSpPr>
          <p:cNvPr id="12" name="Shape 9"/>
          <p:cNvSpPr/>
          <p:nvPr/>
        </p:nvSpPr>
        <p:spPr>
          <a:xfrm>
            <a:off x="3514725" y="1614488"/>
            <a:ext cx="2324100" cy="609600"/>
          </a:xfrm>
          <a:prstGeom prst="rect">
            <a:avLst/>
          </a:prstGeom>
          <a:noFill/>
          <a:ln/>
        </p:spPr>
      </p:sp>
      <p:sp>
        <p:nvSpPr>
          <p:cNvPr id="13" name="Text 10"/>
          <p:cNvSpPr/>
          <p:nvPr/>
        </p:nvSpPr>
        <p:spPr>
          <a:xfrm>
            <a:off x="3514725" y="1614488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678E7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Per Trade</a:t>
            </a:r>
            <a:endParaRPr lang="en-US" sz="1283" dirty="0"/>
          </a:p>
        </p:txBody>
      </p:sp>
      <p:sp>
        <p:nvSpPr>
          <p:cNvPr id="14" name="Text 11"/>
          <p:cNvSpPr/>
          <p:nvPr/>
        </p:nvSpPr>
        <p:spPr>
          <a:xfrm>
            <a:off x="3514725" y="1919288"/>
            <a:ext cx="2324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678E7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 VIEW POINT</a:t>
            </a:r>
            <a:endParaRPr lang="en-US" sz="855" dirty="0"/>
          </a:p>
        </p:txBody>
      </p:sp>
      <p:sp>
        <p:nvSpPr>
          <p:cNvPr id="15" name="Shape 12"/>
          <p:cNvSpPr/>
          <p:nvPr/>
        </p:nvSpPr>
        <p:spPr>
          <a:xfrm>
            <a:off x="6334125" y="1614488"/>
            <a:ext cx="2324100" cy="609600"/>
          </a:xfrm>
          <a:prstGeom prst="rect">
            <a:avLst/>
          </a:prstGeom>
          <a:noFill/>
          <a:ln/>
        </p:spPr>
      </p:sp>
      <p:sp>
        <p:nvSpPr>
          <p:cNvPr id="16" name="Text 13"/>
          <p:cNvSpPr/>
          <p:nvPr/>
        </p:nvSpPr>
        <p:spPr>
          <a:xfrm>
            <a:off x="6334125" y="1614488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678E7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</a:t>
            </a:r>
            <a:endParaRPr lang="en-US" sz="1283" dirty="0"/>
          </a:p>
        </p:txBody>
      </p:sp>
      <p:sp>
        <p:nvSpPr>
          <p:cNvPr id="17" name="Text 14"/>
          <p:cNvSpPr/>
          <p:nvPr/>
        </p:nvSpPr>
        <p:spPr>
          <a:xfrm>
            <a:off x="6334125" y="1919288"/>
            <a:ext cx="2324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678E7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WOULD NEVER TAKE -VE LOG??  RIGHT???</a:t>
            </a:r>
            <a:endParaRPr lang="en-US" sz="855" dirty="0"/>
          </a:p>
        </p:txBody>
      </p:sp>
      <p:sp>
        <p:nvSpPr>
          <p:cNvPr id="18" name="Shape 15"/>
          <p:cNvSpPr/>
          <p:nvPr/>
        </p:nvSpPr>
        <p:spPr>
          <a:xfrm>
            <a:off x="3514725" y="2914650"/>
            <a:ext cx="5143500" cy="1533525"/>
          </a:xfrm>
          <a:prstGeom prst="rect">
            <a:avLst/>
          </a:prstGeom>
          <a:noFill/>
          <a:ln/>
        </p:spPr>
      </p:sp>
      <p:sp>
        <p:nvSpPr>
          <p:cNvPr id="19" name="Shape 16"/>
          <p:cNvSpPr/>
          <p:nvPr/>
        </p:nvSpPr>
        <p:spPr>
          <a:xfrm>
            <a:off x="3514725" y="2914650"/>
            <a:ext cx="2324100" cy="457200"/>
          </a:xfrm>
          <a:prstGeom prst="rect">
            <a:avLst/>
          </a:prstGeom>
          <a:noFill/>
          <a:ln/>
        </p:spPr>
      </p:sp>
      <p:sp>
        <p:nvSpPr>
          <p:cNvPr id="20" name="Text 17"/>
          <p:cNvSpPr/>
          <p:nvPr/>
        </p:nvSpPr>
        <p:spPr>
          <a:xfrm>
            <a:off x="3514725" y="2914650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678E7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 RATE</a:t>
            </a:r>
            <a:endParaRPr lang="en-US" sz="1283" dirty="0"/>
          </a:p>
        </p:txBody>
      </p:sp>
      <p:sp>
        <p:nvSpPr>
          <p:cNvPr id="21" name="Text 18"/>
          <p:cNvSpPr/>
          <p:nvPr/>
        </p:nvSpPr>
        <p:spPr>
          <a:xfrm>
            <a:off x="3514725" y="3219450"/>
            <a:ext cx="2324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678E7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ESTIMATING TIMING OF EVENTS</a:t>
            </a:r>
            <a:endParaRPr lang="en-US" sz="855" dirty="0"/>
          </a:p>
        </p:txBody>
      </p:sp>
      <p:sp>
        <p:nvSpPr>
          <p:cNvPr id="22" name="Shape 19"/>
          <p:cNvSpPr/>
          <p:nvPr/>
        </p:nvSpPr>
        <p:spPr>
          <a:xfrm>
            <a:off x="6334125" y="2914650"/>
            <a:ext cx="2324100" cy="457200"/>
          </a:xfrm>
          <a:prstGeom prst="rect">
            <a:avLst/>
          </a:prstGeom>
          <a:noFill/>
          <a:ln/>
        </p:spPr>
      </p:sp>
      <p:sp>
        <p:nvSpPr>
          <p:cNvPr id="23" name="Text 20"/>
          <p:cNvSpPr/>
          <p:nvPr/>
        </p:nvSpPr>
        <p:spPr>
          <a:xfrm>
            <a:off x="6334125" y="2914650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678E7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Expectancy</a:t>
            </a:r>
            <a:endParaRPr lang="en-US" sz="1283" dirty="0"/>
          </a:p>
        </p:txBody>
      </p:sp>
      <p:sp>
        <p:nvSpPr>
          <p:cNvPr id="24" name="Text 21"/>
          <p:cNvSpPr/>
          <p:nvPr/>
        </p:nvSpPr>
        <p:spPr>
          <a:xfrm>
            <a:off x="6334125" y="3219450"/>
            <a:ext cx="2324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678E7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MATHEMATICAL WAY OF GETTING LEVELS</a:t>
            </a:r>
            <a:endParaRPr lang="en-US" sz="855" dirty="0"/>
          </a:p>
        </p:txBody>
      </p:sp>
      <p:sp>
        <p:nvSpPr>
          <p:cNvPr id="25" name="Shape 22"/>
          <p:cNvSpPr/>
          <p:nvPr/>
        </p:nvSpPr>
        <p:spPr>
          <a:xfrm>
            <a:off x="3514725" y="3990975"/>
            <a:ext cx="2324100" cy="457200"/>
          </a:xfrm>
          <a:prstGeom prst="rect">
            <a:avLst/>
          </a:prstGeom>
          <a:noFill/>
          <a:ln/>
        </p:spPr>
      </p:sp>
      <p:sp>
        <p:nvSpPr>
          <p:cNvPr id="26" name="Text 23"/>
          <p:cNvSpPr/>
          <p:nvPr/>
        </p:nvSpPr>
        <p:spPr>
          <a:xfrm>
            <a:off x="3514725" y="3990975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678E7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80%* Rule </a:t>
            </a:r>
            <a:endParaRPr lang="en-US" sz="1283" dirty="0"/>
          </a:p>
        </p:txBody>
      </p:sp>
      <p:sp>
        <p:nvSpPr>
          <p:cNvPr id="27" name="Text 24"/>
          <p:cNvSpPr/>
          <p:nvPr/>
        </p:nvSpPr>
        <p:spPr>
          <a:xfrm>
            <a:off x="3514725" y="4295775"/>
            <a:ext cx="2324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678E7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40%*2</a:t>
            </a:r>
            <a:endParaRPr lang="en-US" sz="855" dirty="0"/>
          </a:p>
        </p:txBody>
      </p:sp>
      <p:sp>
        <p:nvSpPr>
          <p:cNvPr id="28" name="Shape 25"/>
          <p:cNvSpPr/>
          <p:nvPr/>
        </p:nvSpPr>
        <p:spPr>
          <a:xfrm>
            <a:off x="6334125" y="3990975"/>
            <a:ext cx="2324100" cy="457200"/>
          </a:xfrm>
          <a:prstGeom prst="rect">
            <a:avLst/>
          </a:prstGeom>
          <a:noFill/>
          <a:ln/>
        </p:spPr>
      </p:sp>
      <p:sp>
        <p:nvSpPr>
          <p:cNvPr id="29" name="Text 26"/>
          <p:cNvSpPr/>
          <p:nvPr/>
        </p:nvSpPr>
        <p:spPr>
          <a:xfrm>
            <a:off x="6334125" y="3990975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678E7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Myths</a:t>
            </a:r>
            <a:endParaRPr lang="en-US" sz="1283" dirty="0"/>
          </a:p>
        </p:txBody>
      </p:sp>
      <p:sp>
        <p:nvSpPr>
          <p:cNvPr id="30" name="Text 27"/>
          <p:cNvSpPr/>
          <p:nvPr/>
        </p:nvSpPr>
        <p:spPr>
          <a:xfrm>
            <a:off x="6334125" y="4295775"/>
            <a:ext cx="2324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678E7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........</a:t>
            </a:r>
            <a:endParaRPr lang="en-US" sz="85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14500" y="2024062"/>
            <a:ext cx="571500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524"/>
              </a:lnSpc>
              <a:buNone/>
            </a:pPr>
            <a:r>
              <a:rPr lang="en-US" sz="3420" spc="308" kern="0" dirty="0">
                <a:solidFill>
                  <a:srgbClr val="EEEEEE">
                    <a:alpha val="99000"/>
                  </a:srgbClr>
                </a:solidFill>
                <a:latin typeface="Castoro" pitchFamily="34" charset="0"/>
                <a:ea typeface="Castoro" pitchFamily="34" charset="-122"/>
                <a:cs typeface="Castoro" pitchFamily="34" charset="-120"/>
              </a:rPr>
              <a:t>The Journey</a:t>
            </a:r>
            <a:endParaRPr lang="en-US" sz="3420" dirty="0"/>
          </a:p>
        </p:txBody>
      </p:sp>
      <p:sp>
        <p:nvSpPr>
          <p:cNvPr id="3" name="Text 1"/>
          <p:cNvSpPr/>
          <p:nvPr/>
        </p:nvSpPr>
        <p:spPr>
          <a:xfrm>
            <a:off x="4000500" y="2628900"/>
            <a:ext cx="11382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spc="-26" kern="0" dirty="0">
                <a:solidFill>
                  <a:srgbClr val="EEEEEE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Mary Oliver</a:t>
            </a:r>
            <a:endParaRPr lang="en-US" sz="1283" dirty="0"/>
          </a:p>
        </p:txBody>
      </p:sp>
      <p:sp>
        <p:nvSpPr>
          <p:cNvPr id="4" name="Shape 2"/>
          <p:cNvSpPr/>
          <p:nvPr/>
        </p:nvSpPr>
        <p:spPr>
          <a:xfrm>
            <a:off x="2900363" y="3295650"/>
            <a:ext cx="3343275" cy="1847850"/>
          </a:xfrm>
          <a:prstGeom prst="rect">
            <a:avLst/>
          </a:prstGeom>
          <a:noFill/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5" t="0" b="0"/>
          <a:stretch/>
        </p:blipFill>
        <p:spPr>
          <a:xfrm>
            <a:off x="2900344" y="4795017"/>
            <a:ext cx="302847" cy="348483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982255" y="4789870"/>
            <a:ext cx="185551" cy="345445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900363" y="5136188"/>
            <a:ext cx="1255309" cy="7312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841198" y="3508673"/>
            <a:ext cx="2374776" cy="644804"/>
          </a:xfrm>
          <a:prstGeom prst="rect">
            <a:avLst/>
          </a:prstGeom>
        </p:spPr>
      </p:pic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rcRect l="0" r="-3" t="0" b="0"/>
          <a:stretch/>
        </p:blipFill>
        <p:spPr>
          <a:xfrm>
            <a:off x="4529026" y="3596889"/>
            <a:ext cx="255817" cy="270566"/>
          </a:xfrm>
          <a:prstGeom prst="rect">
            <a:avLst/>
          </a:prstGeom>
        </p:spPr>
      </p:pic>
      <p:pic>
        <p:nvPicPr>
          <p:cNvPr id="10" name="Image 5" descr="preencoded.png">    </p:cNvPr>
          <p:cNvPicPr>
            <a:picLocks noChangeAspect="1"/>
          </p:cNvPicPr>
          <p:nvPr/>
        </p:nvPicPr>
        <p:blipFill>
          <a:blip r:embed="rId6"/>
          <a:srcRect l="0" r="7" t="0" b="0"/>
          <a:stretch/>
        </p:blipFill>
        <p:spPr>
          <a:xfrm>
            <a:off x="5230769" y="3478060"/>
            <a:ext cx="69131" cy="73124"/>
          </a:xfrm>
          <a:prstGeom prst="rect">
            <a:avLst/>
          </a:prstGeom>
        </p:spPr>
      </p:pic>
      <p:pic>
        <p:nvPicPr>
          <p:cNvPr id="11" name="Image 6" descr="preencoded.png">    </p:cNvPr>
          <p:cNvPicPr>
            <a:picLocks noChangeAspect="1"/>
          </p:cNvPicPr>
          <p:nvPr/>
        </p:nvPicPr>
        <p:blipFill>
          <a:blip r:embed="rId7"/>
          <a:srcRect l="0" r="7" t="0" b="0"/>
          <a:stretch/>
        </p:blipFill>
        <p:spPr>
          <a:xfrm>
            <a:off x="6174488" y="3478060"/>
            <a:ext cx="69131" cy="73124"/>
          </a:xfrm>
          <a:prstGeom prst="rect">
            <a:avLst/>
          </a:prstGeom>
        </p:spPr>
      </p:pic>
      <p:pic>
        <p:nvPicPr>
          <p:cNvPr id="12" name="Image 7" descr="preencoded.png">    </p:cNvPr>
          <p:cNvPicPr>
            <a:picLocks noChangeAspect="1"/>
          </p:cNvPicPr>
          <p:nvPr/>
        </p:nvPicPr>
        <p:blipFill>
          <a:blip r:embed="rId8"/>
          <a:srcRect l="0" r="7" t="0" b="0"/>
          <a:stretch/>
        </p:blipFill>
        <p:spPr>
          <a:xfrm>
            <a:off x="5704359" y="3478060"/>
            <a:ext cx="69131" cy="73124"/>
          </a:xfrm>
          <a:prstGeom prst="rect">
            <a:avLst/>
          </a:prstGeom>
        </p:spPr>
      </p:pic>
      <p:pic>
        <p:nvPicPr>
          <p:cNvPr id="13" name="Image 8" descr="preencoded.png">    </p:cNvPr>
          <p:cNvPicPr>
            <a:picLocks noChangeAspect="1"/>
          </p:cNvPicPr>
          <p:nvPr/>
        </p:nvPicPr>
        <p:blipFill>
          <a:blip r:embed="rId9"/>
          <a:srcRect l="0" r="3" t="0" b="0"/>
          <a:stretch/>
        </p:blipFill>
        <p:spPr>
          <a:xfrm>
            <a:off x="4525566" y="3593227"/>
            <a:ext cx="262719" cy="277882"/>
          </a:xfrm>
          <a:prstGeom prst="rect">
            <a:avLst/>
          </a:prstGeom>
        </p:spPr>
      </p:pic>
      <p:pic>
        <p:nvPicPr>
          <p:cNvPr id="14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4565545" y="3635513"/>
            <a:ext cx="182780" cy="193316"/>
          </a:xfrm>
          <a:prstGeom prst="rect">
            <a:avLst/>
          </a:prstGeom>
        </p:spPr>
      </p:pic>
      <p:pic>
        <p:nvPicPr>
          <p:cNvPr id="15" name="Image 10" descr="preencoded.png">    </p:cNvPr>
          <p:cNvPicPr>
            <a:picLocks noChangeAspect="1"/>
          </p:cNvPicPr>
          <p:nvPr/>
        </p:nvPicPr>
        <p:blipFill>
          <a:blip r:embed="rId11"/>
          <a:srcRect l="0" r="3" t="0" b="0"/>
          <a:stretch/>
        </p:blipFill>
        <p:spPr>
          <a:xfrm>
            <a:off x="4613300" y="3691421"/>
            <a:ext cx="87232" cy="81530"/>
          </a:xfrm>
          <a:prstGeom prst="rect">
            <a:avLst/>
          </a:prstGeom>
        </p:spPr>
      </p:pic>
      <p:pic>
        <p:nvPicPr>
          <p:cNvPr id="16" name="Image 11" descr="preencoded.png">    </p:cNvPr>
          <p:cNvPicPr>
            <a:picLocks noChangeAspect="1"/>
          </p:cNvPicPr>
          <p:nvPr/>
        </p:nvPicPr>
        <p:blipFill>
          <a:blip r:embed="rId12"/>
          <a:srcRect l="0" r="-3" t="0" b="0"/>
          <a:stretch/>
        </p:blipFill>
        <p:spPr>
          <a:xfrm>
            <a:off x="3899874" y="3819923"/>
            <a:ext cx="255817" cy="270566"/>
          </a:xfrm>
          <a:prstGeom prst="rect">
            <a:avLst/>
          </a:prstGeom>
        </p:spPr>
      </p:pic>
      <p:pic>
        <p:nvPicPr>
          <p:cNvPr id="17" name="Image 12" descr="preencoded.png">    </p:cNvPr>
          <p:cNvPicPr>
            <a:picLocks noChangeAspect="1"/>
          </p:cNvPicPr>
          <p:nvPr/>
        </p:nvPicPr>
        <p:blipFill>
          <a:blip r:embed="rId13"/>
          <a:srcRect l="0" r="3" t="0" b="0"/>
          <a:stretch/>
        </p:blipFill>
        <p:spPr>
          <a:xfrm>
            <a:off x="3896413" y="3816262"/>
            <a:ext cx="262719" cy="277882"/>
          </a:xfrm>
          <a:prstGeom prst="rect">
            <a:avLst/>
          </a:prstGeom>
        </p:spPr>
      </p:pic>
      <p:pic>
        <p:nvPicPr>
          <p:cNvPr id="18" name="Image 13" descr="preencoded.png">    </p:cNvPr>
          <p:cNvPicPr>
            <a:picLocks noChangeAspect="1"/>
          </p:cNvPicPr>
          <p:nvPr/>
        </p:nvPicPr>
        <p:blipFill>
          <a:blip r:embed="rId14"/>
          <a:srcRect l="0" r="-4" t="0" b="0"/>
          <a:stretch/>
        </p:blipFill>
        <p:spPr>
          <a:xfrm>
            <a:off x="3936392" y="3858544"/>
            <a:ext cx="182780" cy="193316"/>
          </a:xfrm>
          <a:prstGeom prst="rect">
            <a:avLst/>
          </a:prstGeom>
        </p:spPr>
      </p:pic>
      <p:pic>
        <p:nvPicPr>
          <p:cNvPr id="19" name="Image 14" descr="preencoded.png">    </p:cNvPr>
          <p:cNvPicPr>
            <a:picLocks noChangeAspect="1"/>
          </p:cNvPicPr>
          <p:nvPr/>
        </p:nvPicPr>
        <p:blipFill>
          <a:blip r:embed="rId15"/>
          <a:srcRect l="0" r="3" t="0" b="0"/>
          <a:stretch/>
        </p:blipFill>
        <p:spPr>
          <a:xfrm>
            <a:off x="3984148" y="3914456"/>
            <a:ext cx="87232" cy="81530"/>
          </a:xfrm>
          <a:prstGeom prst="rect">
            <a:avLst/>
          </a:prstGeom>
        </p:spPr>
      </p:pic>
      <p:pic>
        <p:nvPicPr>
          <p:cNvPr id="20" name="Image 15" descr="preencoded.png">    </p:cNvPr>
          <p:cNvPicPr>
            <a:picLocks noChangeAspect="1"/>
          </p:cNvPicPr>
          <p:nvPr/>
        </p:nvPicPr>
        <p:blipFill>
          <a:blip r:embed="rId16"/>
          <a:srcRect l="0" r="-4" t="0" b="1"/>
          <a:stretch/>
        </p:blipFill>
        <p:spPr>
          <a:xfrm>
            <a:off x="3716499" y="3987282"/>
            <a:ext cx="163525" cy="172785"/>
          </a:xfrm>
          <a:prstGeom prst="rect">
            <a:avLst/>
          </a:prstGeom>
        </p:spPr>
      </p:pic>
      <p:pic>
        <p:nvPicPr>
          <p:cNvPr id="21" name="Image 16" descr="preencoded.png">    </p:cNvPr>
          <p:cNvPicPr>
            <a:picLocks noChangeAspect="1"/>
          </p:cNvPicPr>
          <p:nvPr/>
        </p:nvPicPr>
        <p:blipFill>
          <a:blip r:embed="rId17"/>
          <a:srcRect l="0" r="1" t="0" b="0"/>
          <a:stretch/>
        </p:blipFill>
        <p:spPr>
          <a:xfrm>
            <a:off x="3447306" y="3575442"/>
            <a:ext cx="381484" cy="531159"/>
          </a:xfrm>
          <a:prstGeom prst="rect">
            <a:avLst/>
          </a:prstGeom>
        </p:spPr>
      </p:pic>
      <p:pic>
        <p:nvPicPr>
          <p:cNvPr id="22" name="Image 17" descr="preencoded.png">    </p:cNvPr>
          <p:cNvPicPr>
            <a:picLocks noChangeAspect="1"/>
          </p:cNvPicPr>
          <p:nvPr/>
        </p:nvPicPr>
        <p:blipFill>
          <a:blip r:embed="rId18"/>
          <a:srcRect l="0" r="4" t="0" b="0"/>
          <a:stretch/>
        </p:blipFill>
        <p:spPr>
          <a:xfrm>
            <a:off x="3464198" y="3335973"/>
            <a:ext cx="187356" cy="301684"/>
          </a:xfrm>
          <a:prstGeom prst="rect">
            <a:avLst/>
          </a:prstGeom>
        </p:spPr>
      </p:pic>
      <p:pic>
        <p:nvPicPr>
          <p:cNvPr id="23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>
            <a:off x="3449669" y="4961175"/>
            <a:ext cx="75698" cy="113584"/>
          </a:xfrm>
          <a:prstGeom prst="rect">
            <a:avLst/>
          </a:prstGeom>
        </p:spPr>
      </p:pic>
      <p:pic>
        <p:nvPicPr>
          <p:cNvPr id="24" name="Image 19" descr="preencoded.png">    </p:cNvPr>
          <p:cNvPicPr>
            <a:picLocks noChangeAspect="1"/>
          </p:cNvPicPr>
          <p:nvPr/>
        </p:nvPicPr>
        <p:blipFill>
          <a:blip r:embed="rId20"/>
          <a:srcRect l="0" r="-1" t="0" b="8"/>
          <a:stretch/>
        </p:blipFill>
        <p:spPr>
          <a:xfrm>
            <a:off x="3435102" y="5013823"/>
            <a:ext cx="237846" cy="129677"/>
          </a:xfrm>
          <a:prstGeom prst="rect">
            <a:avLst/>
          </a:prstGeom>
        </p:spPr>
      </p:pic>
      <p:pic>
        <p:nvPicPr>
          <p:cNvPr id="25" name="Image 20" descr="preencoded.png">    </p:cNvPr>
          <p:cNvPicPr>
            <a:picLocks noChangeAspect="1"/>
          </p:cNvPicPr>
          <p:nvPr/>
        </p:nvPicPr>
        <p:blipFill>
          <a:blip r:embed="rId21"/>
          <a:srcRect l="0" r="0" t="0" b="0"/>
          <a:stretch/>
        </p:blipFill>
        <p:spPr>
          <a:xfrm>
            <a:off x="3220940" y="4790892"/>
            <a:ext cx="126764" cy="138569"/>
          </a:xfrm>
          <a:prstGeom prst="rect">
            <a:avLst/>
          </a:prstGeom>
        </p:spPr>
      </p:pic>
      <p:pic>
        <p:nvPicPr>
          <p:cNvPr id="26" name="Image 21" descr="preencoded.png">    </p:cNvPr>
          <p:cNvPicPr>
            <a:picLocks noChangeAspect="1"/>
          </p:cNvPicPr>
          <p:nvPr/>
        </p:nvPicPr>
        <p:blipFill>
          <a:blip r:embed="rId22"/>
          <a:srcRect l="0" r="-4" t="0" b="0"/>
          <a:stretch/>
        </p:blipFill>
        <p:spPr>
          <a:xfrm>
            <a:off x="3175992" y="4844442"/>
            <a:ext cx="201699" cy="213151"/>
          </a:xfrm>
          <a:prstGeom prst="rect">
            <a:avLst/>
          </a:prstGeom>
        </p:spPr>
      </p:pic>
      <p:pic>
        <p:nvPicPr>
          <p:cNvPr id="27" name="Image 22" descr="preencoded.png">    </p:cNvPr>
          <p:cNvPicPr>
            <a:picLocks noChangeAspect="1"/>
          </p:cNvPicPr>
          <p:nvPr/>
        </p:nvPicPr>
        <p:blipFill>
          <a:blip r:embed="rId23"/>
          <a:srcRect l="0" r="1" t="0" b="0"/>
          <a:stretch/>
        </p:blipFill>
        <p:spPr>
          <a:xfrm>
            <a:off x="3390900" y="4085266"/>
            <a:ext cx="259631" cy="907716"/>
          </a:xfrm>
          <a:prstGeom prst="rect">
            <a:avLst/>
          </a:prstGeom>
        </p:spPr>
      </p:pic>
      <p:pic>
        <p:nvPicPr>
          <p:cNvPr id="28" name="Image 23" descr="preencoded.png">    </p:cNvPr>
          <p:cNvPicPr>
            <a:picLocks noChangeAspect="1"/>
          </p:cNvPicPr>
          <p:nvPr/>
        </p:nvPicPr>
        <p:blipFill>
          <a:blip r:embed="rId24"/>
          <a:srcRect l="0" r="1" t="0" b="0"/>
          <a:stretch/>
        </p:blipFill>
        <p:spPr>
          <a:xfrm>
            <a:off x="3254666" y="4085266"/>
            <a:ext cx="395864" cy="796696"/>
          </a:xfrm>
          <a:prstGeom prst="rect">
            <a:avLst/>
          </a:prstGeom>
        </p:spPr>
      </p:pic>
      <p:pic>
        <p:nvPicPr>
          <p:cNvPr id="29" name="Image 24" descr="preencoded.png">    </p:cNvPr>
          <p:cNvPicPr>
            <a:picLocks noChangeAspect="1"/>
          </p:cNvPicPr>
          <p:nvPr/>
        </p:nvPicPr>
        <p:blipFill>
          <a:blip r:embed="rId25"/>
          <a:srcRect l="0" r="0" t="0" b="0"/>
          <a:stretch/>
        </p:blipFill>
        <p:spPr>
          <a:xfrm>
            <a:off x="3367255" y="3541655"/>
            <a:ext cx="283276" cy="543608"/>
          </a:xfrm>
          <a:prstGeom prst="rect">
            <a:avLst/>
          </a:prstGeom>
        </p:spPr>
      </p:pic>
      <p:pic>
        <p:nvPicPr>
          <p:cNvPr id="30" name="Image 25" descr="preencoded.png">    </p:cNvPr>
          <p:cNvPicPr>
            <a:picLocks noChangeAspect="1"/>
          </p:cNvPicPr>
          <p:nvPr/>
        </p:nvPicPr>
        <p:blipFill>
          <a:blip r:embed="rId26"/>
          <a:srcRect l="0" r="5" t="0" b="0"/>
          <a:stretch/>
        </p:blipFill>
        <p:spPr>
          <a:xfrm>
            <a:off x="3515023" y="4095801"/>
            <a:ext cx="110877" cy="203146"/>
          </a:xfrm>
          <a:prstGeom prst="rect">
            <a:avLst/>
          </a:prstGeom>
        </p:spPr>
      </p:pic>
      <p:pic>
        <p:nvPicPr>
          <p:cNvPr id="31" name="Image 26" descr="preencoded.png">    </p:cNvPr>
          <p:cNvPicPr>
            <a:picLocks noChangeAspect="1"/>
          </p:cNvPicPr>
          <p:nvPr/>
        </p:nvPicPr>
        <p:blipFill>
          <a:blip r:embed="rId27"/>
          <a:srcRect l="0" r="0" t="0" b="0"/>
          <a:stretch/>
        </p:blipFill>
        <p:spPr>
          <a:xfrm>
            <a:off x="3408071" y="3612066"/>
            <a:ext cx="199374" cy="605938"/>
          </a:xfrm>
          <a:prstGeom prst="rect">
            <a:avLst/>
          </a:prstGeom>
        </p:spPr>
      </p:pic>
      <p:pic>
        <p:nvPicPr>
          <p:cNvPr id="32" name="Image 27" descr="preencoded.png">    </p:cNvPr>
          <p:cNvPicPr>
            <a:picLocks noChangeAspect="1"/>
          </p:cNvPicPr>
          <p:nvPr/>
        </p:nvPicPr>
        <p:blipFill>
          <a:blip r:embed="rId28"/>
          <a:srcRect l="0" r="4206" t="0" b="8651"/>
          <a:stretch/>
        </p:blipFill>
        <p:spPr>
          <a:xfrm>
            <a:off x="3437004" y="3295501"/>
            <a:ext cx="223614" cy="19942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14500" y="2228850"/>
            <a:ext cx="5715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EEEEEE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Nothing Gold Can Stay</a:t>
            </a:r>
            <a:endParaRPr lang="en-US" sz="2138" dirty="0"/>
          </a:p>
          <a:p>
            <a:pPr algn="ctr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EEEEEE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3957638" y="2847975"/>
            <a:ext cx="12239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spc="-26" kern="0" dirty="0">
                <a:solidFill>
                  <a:srgbClr val="EEEEEE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Robert Frost</a:t>
            </a:r>
            <a:endParaRPr lang="en-US" sz="1283" dirty="0"/>
          </a:p>
        </p:txBody>
      </p:sp>
      <p:sp>
        <p:nvSpPr>
          <p:cNvPr id="4" name="Shape 2"/>
          <p:cNvSpPr/>
          <p:nvPr/>
        </p:nvSpPr>
        <p:spPr>
          <a:xfrm>
            <a:off x="3509963" y="3471863"/>
            <a:ext cx="2124075" cy="1671638"/>
          </a:xfrm>
          <a:prstGeom prst="rect">
            <a:avLst/>
          </a:prstGeom>
          <a:noFill/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7732" y="4075097"/>
            <a:ext cx="122690" cy="5735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218081" y="3656656"/>
            <a:ext cx="122690" cy="5735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305369" y="3722502"/>
            <a:ext cx="122690" cy="57350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069439" y="3660904"/>
            <a:ext cx="122690" cy="57350"/>
          </a:xfrm>
          <a:prstGeom prst="rect">
            <a:avLst/>
          </a:prstGeom>
        </p:spPr>
      </p:pic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rcRect l="0" r="-7" t="0" b="2"/>
          <a:stretch/>
        </p:blipFill>
        <p:spPr>
          <a:xfrm>
            <a:off x="3509963" y="4276883"/>
            <a:ext cx="122690" cy="57349"/>
          </a:xfrm>
          <a:prstGeom prst="rect">
            <a:avLst/>
          </a:prstGeom>
        </p:spPr>
      </p:pic>
      <p:pic>
        <p:nvPicPr>
          <p:cNvPr id="10" name="Image 5" descr="preencoded.png">    </p:cNvPr>
          <p:cNvPicPr>
            <a:picLocks noChangeAspect="1"/>
          </p:cNvPicPr>
          <p:nvPr/>
        </p:nvPicPr>
        <p:blipFill>
          <a:blip r:embed="rId6"/>
          <a:srcRect l="0" r="-7" t="0" b="2"/>
          <a:stretch/>
        </p:blipFill>
        <p:spPr>
          <a:xfrm>
            <a:off x="5314801" y="3792596"/>
            <a:ext cx="122690" cy="57349"/>
          </a:xfrm>
          <a:prstGeom prst="rect">
            <a:avLst/>
          </a:prstGeom>
        </p:spPr>
      </p:pic>
      <p:pic>
        <p:nvPicPr>
          <p:cNvPr id="11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5156727" y="3726750"/>
            <a:ext cx="122690" cy="57350"/>
          </a:xfrm>
          <a:prstGeom prst="rect">
            <a:avLst/>
          </a:prstGeom>
        </p:spPr>
      </p:pic>
      <p:pic>
        <p:nvPicPr>
          <p:cNvPr id="12" name="Image 7" descr="preencoded.png">    </p:cNvPr>
          <p:cNvPicPr>
            <a:picLocks noChangeAspect="1"/>
          </p:cNvPicPr>
          <p:nvPr/>
        </p:nvPicPr>
        <p:blipFill>
          <a:blip r:embed="rId8"/>
          <a:srcRect l="0" r="-7" t="0" b="2"/>
          <a:stretch/>
        </p:blipFill>
        <p:spPr>
          <a:xfrm>
            <a:off x="5456355" y="4230153"/>
            <a:ext cx="122690" cy="57349"/>
          </a:xfrm>
          <a:prstGeom prst="rect">
            <a:avLst/>
          </a:prstGeom>
        </p:spPr>
      </p:pic>
      <p:pic>
        <p:nvPicPr>
          <p:cNvPr id="13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5307732" y="4234401"/>
            <a:ext cx="122690" cy="57350"/>
          </a:xfrm>
          <a:prstGeom prst="rect">
            <a:avLst/>
          </a:prstGeom>
        </p:spPr>
      </p:pic>
      <p:pic>
        <p:nvPicPr>
          <p:cNvPr id="14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3509963" y="4075097"/>
            <a:ext cx="122690" cy="57350"/>
          </a:xfrm>
          <a:prstGeom prst="rect">
            <a:avLst/>
          </a:prstGeom>
        </p:spPr>
      </p:pic>
      <p:pic>
        <p:nvPicPr>
          <p:cNvPr id="15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3597250" y="4140943"/>
            <a:ext cx="122690" cy="57350"/>
          </a:xfrm>
          <a:prstGeom prst="rect">
            <a:avLst/>
          </a:prstGeom>
        </p:spPr>
      </p:pic>
      <p:pic>
        <p:nvPicPr>
          <p:cNvPr id="16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4260205" y="3471863"/>
            <a:ext cx="122690" cy="57350"/>
          </a:xfrm>
          <a:prstGeom prst="rect">
            <a:avLst/>
          </a:prstGeom>
        </p:spPr>
      </p:pic>
      <p:pic>
        <p:nvPicPr>
          <p:cNvPr id="17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5227513" y="4529646"/>
            <a:ext cx="122690" cy="57350"/>
          </a:xfrm>
          <a:prstGeom prst="rect">
            <a:avLst/>
          </a:prstGeom>
        </p:spPr>
      </p:pic>
      <p:pic>
        <p:nvPicPr>
          <p:cNvPr id="18" name="Image 13" descr="preencoded.png">    </p:cNvPr>
          <p:cNvPicPr>
            <a:picLocks noChangeAspect="1"/>
          </p:cNvPicPr>
          <p:nvPr/>
        </p:nvPicPr>
        <p:blipFill>
          <a:blip r:embed="rId14"/>
          <a:srcRect l="0" r="-7" t="0" b="2"/>
          <a:stretch/>
        </p:blipFill>
        <p:spPr>
          <a:xfrm>
            <a:off x="3606701" y="4211037"/>
            <a:ext cx="122690" cy="57349"/>
          </a:xfrm>
          <a:prstGeom prst="rect">
            <a:avLst/>
          </a:prstGeom>
        </p:spPr>
      </p:pic>
      <p:pic>
        <p:nvPicPr>
          <p:cNvPr id="19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4347511" y="3537708"/>
            <a:ext cx="122690" cy="57350"/>
          </a:xfrm>
          <a:prstGeom prst="rect">
            <a:avLst/>
          </a:prstGeom>
        </p:spPr>
      </p:pic>
      <p:pic>
        <p:nvPicPr>
          <p:cNvPr id="20" name="Image 15" descr="preencoded.png">    </p:cNvPr>
          <p:cNvPicPr>
            <a:picLocks noChangeAspect="1"/>
          </p:cNvPicPr>
          <p:nvPr/>
        </p:nvPicPr>
        <p:blipFill>
          <a:blip r:embed="rId16"/>
          <a:srcRect l="0" r="-7" t="0" b="2"/>
          <a:stretch/>
        </p:blipFill>
        <p:spPr>
          <a:xfrm>
            <a:off x="3899241" y="3926412"/>
            <a:ext cx="122690" cy="57349"/>
          </a:xfrm>
          <a:prstGeom prst="rect">
            <a:avLst/>
          </a:prstGeom>
        </p:spPr>
      </p:pic>
      <p:pic>
        <p:nvPicPr>
          <p:cNvPr id="21" name="Image 16" descr="preencoded.png">    </p:cNvPr>
          <p:cNvPicPr>
            <a:picLocks noChangeAspect="1"/>
          </p:cNvPicPr>
          <p:nvPr/>
        </p:nvPicPr>
        <p:blipFill>
          <a:blip r:embed="rId17"/>
          <a:srcRect l="0" r="-7" t="0" b="2"/>
          <a:stretch/>
        </p:blipFill>
        <p:spPr>
          <a:xfrm>
            <a:off x="3986529" y="3992258"/>
            <a:ext cx="122690" cy="57349"/>
          </a:xfrm>
          <a:prstGeom prst="rect">
            <a:avLst/>
          </a:prstGeom>
        </p:spPr>
      </p:pic>
      <p:pic>
        <p:nvPicPr>
          <p:cNvPr id="22" name="Image 17" descr="preencoded.png">    </p:cNvPr>
          <p:cNvPicPr>
            <a:picLocks noChangeAspect="1"/>
          </p:cNvPicPr>
          <p:nvPr/>
        </p:nvPicPr>
        <p:blipFill>
          <a:blip r:embed="rId18"/>
          <a:srcRect l="0" r="-7" t="0" b="2"/>
          <a:stretch/>
        </p:blipFill>
        <p:spPr>
          <a:xfrm>
            <a:off x="4220096" y="3956149"/>
            <a:ext cx="122690" cy="57349"/>
          </a:xfrm>
          <a:prstGeom prst="rect">
            <a:avLst/>
          </a:prstGeom>
        </p:spPr>
      </p:pic>
      <p:pic>
        <p:nvPicPr>
          <p:cNvPr id="23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>
            <a:off x="3995979" y="4062352"/>
            <a:ext cx="122690" cy="57350"/>
          </a:xfrm>
          <a:prstGeom prst="rect">
            <a:avLst/>
          </a:prstGeom>
        </p:spPr>
      </p:pic>
      <p:pic>
        <p:nvPicPr>
          <p:cNvPr id="24" name="Image 19" descr="preencoded.png">    </p:cNvPr>
          <p:cNvPicPr>
            <a:picLocks noChangeAspect="1"/>
          </p:cNvPicPr>
          <p:nvPr/>
        </p:nvPicPr>
        <p:blipFill>
          <a:blip r:embed="rId20"/>
          <a:srcRect l="0" r="0" t="0" b="0"/>
          <a:stretch/>
        </p:blipFill>
        <p:spPr>
          <a:xfrm>
            <a:off x="5392657" y="4529646"/>
            <a:ext cx="122690" cy="57350"/>
          </a:xfrm>
          <a:prstGeom prst="rect">
            <a:avLst/>
          </a:prstGeom>
        </p:spPr>
      </p:pic>
      <p:pic>
        <p:nvPicPr>
          <p:cNvPr id="25" name="Image 20" descr="preencoded.png">    </p:cNvPr>
          <p:cNvPicPr>
            <a:picLocks noChangeAspect="1"/>
          </p:cNvPicPr>
          <p:nvPr/>
        </p:nvPicPr>
        <p:blipFill>
          <a:blip r:embed="rId21"/>
          <a:srcRect l="0" r="2" t="0" b="0"/>
          <a:stretch/>
        </p:blipFill>
        <p:spPr>
          <a:xfrm>
            <a:off x="4518571" y="3594145"/>
            <a:ext cx="356574" cy="228995"/>
          </a:xfrm>
          <a:prstGeom prst="rect">
            <a:avLst/>
          </a:prstGeom>
        </p:spPr>
      </p:pic>
      <p:pic>
        <p:nvPicPr>
          <p:cNvPr id="26" name="Image 21" descr="preencoded.png">    </p:cNvPr>
          <p:cNvPicPr>
            <a:picLocks noChangeAspect="1"/>
          </p:cNvPicPr>
          <p:nvPr/>
        </p:nvPicPr>
        <p:blipFill>
          <a:blip r:embed="rId22"/>
          <a:srcRect l="0" r="1" t="0" b="0"/>
          <a:stretch/>
        </p:blipFill>
        <p:spPr>
          <a:xfrm>
            <a:off x="4494888" y="3719868"/>
            <a:ext cx="406450" cy="251447"/>
          </a:xfrm>
          <a:prstGeom prst="rect">
            <a:avLst/>
          </a:prstGeom>
        </p:spPr>
      </p:pic>
      <p:pic>
        <p:nvPicPr>
          <p:cNvPr id="27" name="Image 22" descr="preencoded.png">    </p:cNvPr>
          <p:cNvPicPr>
            <a:picLocks noChangeAspect="1"/>
          </p:cNvPicPr>
          <p:nvPr/>
        </p:nvPicPr>
        <p:blipFill>
          <a:blip r:embed="rId23"/>
          <a:srcRect l="0" r="0" t="0" b="0"/>
          <a:stretch/>
        </p:blipFill>
        <p:spPr>
          <a:xfrm>
            <a:off x="4561098" y="3928090"/>
            <a:ext cx="339700" cy="368206"/>
          </a:xfrm>
          <a:prstGeom prst="rect">
            <a:avLst/>
          </a:prstGeom>
        </p:spPr>
      </p:pic>
      <p:pic>
        <p:nvPicPr>
          <p:cNvPr id="28" name="Image 23" descr="preencoded.png">    </p:cNvPr>
          <p:cNvPicPr>
            <a:picLocks noChangeAspect="1"/>
          </p:cNvPicPr>
          <p:nvPr/>
        </p:nvPicPr>
        <p:blipFill>
          <a:blip r:embed="rId24"/>
          <a:srcRect l="0" r="5" t="0" b="0"/>
          <a:stretch/>
        </p:blipFill>
        <p:spPr>
          <a:xfrm>
            <a:off x="4921932" y="4581430"/>
            <a:ext cx="172864" cy="114443"/>
          </a:xfrm>
          <a:prstGeom prst="rect">
            <a:avLst/>
          </a:prstGeom>
        </p:spPr>
      </p:pic>
      <p:pic>
        <p:nvPicPr>
          <p:cNvPr id="29" name="Image 24" descr="preencoded.png">    </p:cNvPr>
          <p:cNvPicPr>
            <a:picLocks noChangeAspect="1"/>
          </p:cNvPicPr>
          <p:nvPr/>
        </p:nvPicPr>
        <p:blipFill>
          <a:blip r:embed="rId25"/>
          <a:srcRect l="0" r="0" t="0" b="0"/>
          <a:stretch/>
        </p:blipFill>
        <p:spPr>
          <a:xfrm>
            <a:off x="4009076" y="4521936"/>
            <a:ext cx="325524" cy="179611"/>
          </a:xfrm>
          <a:prstGeom prst="rect">
            <a:avLst/>
          </a:prstGeom>
        </p:spPr>
      </p:pic>
      <p:pic>
        <p:nvPicPr>
          <p:cNvPr id="30" name="Image 25" descr="preencoded.png">    </p:cNvPr>
          <p:cNvPicPr>
            <a:picLocks noChangeAspect="1"/>
          </p:cNvPicPr>
          <p:nvPr/>
        </p:nvPicPr>
        <p:blipFill>
          <a:blip r:embed="rId26"/>
          <a:srcRect l="0" r="0" t="0" b="0"/>
          <a:stretch/>
        </p:blipFill>
        <p:spPr>
          <a:xfrm>
            <a:off x="4006751" y="4022217"/>
            <a:ext cx="1181546" cy="674848"/>
          </a:xfrm>
          <a:prstGeom prst="rect">
            <a:avLst/>
          </a:prstGeom>
        </p:spPr>
      </p:pic>
      <p:pic>
        <p:nvPicPr>
          <p:cNvPr id="31" name="Image 26" descr="preencoded.png">    </p:cNvPr>
          <p:cNvPicPr>
            <a:picLocks noChangeAspect="1"/>
          </p:cNvPicPr>
          <p:nvPr/>
        </p:nvPicPr>
        <p:blipFill>
          <a:blip r:embed="rId27"/>
          <a:srcRect l="0" r="1" t="0" b="0"/>
          <a:stretch/>
        </p:blipFill>
        <p:spPr>
          <a:xfrm>
            <a:off x="4006732" y="4017735"/>
            <a:ext cx="1181565" cy="674827"/>
          </a:xfrm>
          <a:prstGeom prst="rect">
            <a:avLst/>
          </a:prstGeom>
        </p:spPr>
      </p:pic>
      <p:pic>
        <p:nvPicPr>
          <p:cNvPr id="32" name="Image 27" descr="preencoded.png">    </p:cNvPr>
          <p:cNvPicPr>
            <a:picLocks noChangeAspect="1"/>
          </p:cNvPicPr>
          <p:nvPr/>
        </p:nvPicPr>
        <p:blipFill>
          <a:blip r:embed="rId28"/>
          <a:srcRect l="0" r="-1" t="0" b="0"/>
          <a:stretch/>
        </p:blipFill>
        <p:spPr>
          <a:xfrm>
            <a:off x="4571516" y="3938222"/>
            <a:ext cx="253436" cy="127964"/>
          </a:xfrm>
          <a:prstGeom prst="rect">
            <a:avLst/>
          </a:prstGeom>
        </p:spPr>
      </p:pic>
      <p:pic>
        <p:nvPicPr>
          <p:cNvPr id="33" name="Image 28" descr="preencoded.png">    </p:cNvPr>
          <p:cNvPicPr>
            <a:picLocks noChangeAspect="1"/>
          </p:cNvPicPr>
          <p:nvPr/>
        </p:nvPicPr>
        <p:blipFill>
          <a:blip r:embed="rId29"/>
          <a:srcRect l="0" r="-2" t="0" b="0"/>
          <a:stretch/>
        </p:blipFill>
        <p:spPr>
          <a:xfrm>
            <a:off x="4527947" y="3750706"/>
            <a:ext cx="339142" cy="307218"/>
          </a:xfrm>
          <a:prstGeom prst="rect">
            <a:avLst/>
          </a:prstGeom>
        </p:spPr>
      </p:pic>
      <p:pic>
        <p:nvPicPr>
          <p:cNvPr id="34" name="Image 29" descr="preencoded.png">    </p:cNvPr>
          <p:cNvPicPr>
            <a:picLocks noChangeAspect="1"/>
          </p:cNvPicPr>
          <p:nvPr/>
        </p:nvPicPr>
        <p:blipFill>
          <a:blip r:embed="rId30"/>
          <a:srcRect l="0" r="-6" t="0" b="0"/>
          <a:stretch/>
        </p:blipFill>
        <p:spPr>
          <a:xfrm>
            <a:off x="4527947" y="3760183"/>
            <a:ext cx="110728" cy="146921"/>
          </a:xfrm>
          <a:prstGeom prst="rect">
            <a:avLst/>
          </a:prstGeom>
        </p:spPr>
      </p:pic>
      <p:pic>
        <p:nvPicPr>
          <p:cNvPr id="35" name="Image 30" descr="preencoded.png">    </p:cNvPr>
          <p:cNvPicPr>
            <a:picLocks noChangeAspect="1"/>
          </p:cNvPicPr>
          <p:nvPr/>
        </p:nvPicPr>
        <p:blipFill>
          <a:blip r:embed="rId31"/>
          <a:srcRect l="0" r="2" t="0" b="0"/>
          <a:stretch/>
        </p:blipFill>
        <p:spPr>
          <a:xfrm>
            <a:off x="4622974" y="3752897"/>
            <a:ext cx="243613" cy="140401"/>
          </a:xfrm>
          <a:prstGeom prst="rect">
            <a:avLst/>
          </a:prstGeom>
        </p:spPr>
      </p:pic>
      <p:pic>
        <p:nvPicPr>
          <p:cNvPr id="36" name="Image 31" descr="preencoded.png">    </p:cNvPr>
          <p:cNvPicPr>
            <a:picLocks noChangeAspect="1"/>
          </p:cNvPicPr>
          <p:nvPr/>
        </p:nvPicPr>
        <p:blipFill>
          <a:blip r:embed="rId32"/>
          <a:srcRect l="0" r="-2" t="0" b="0"/>
          <a:stretch/>
        </p:blipFill>
        <p:spPr>
          <a:xfrm>
            <a:off x="4508599" y="3729491"/>
            <a:ext cx="376572" cy="145285"/>
          </a:xfrm>
          <a:prstGeom prst="rect">
            <a:avLst/>
          </a:prstGeom>
        </p:spPr>
      </p:pic>
      <p:pic>
        <p:nvPicPr>
          <p:cNvPr id="37" name="Image 32" descr="preencoded.png">    </p:cNvPr>
          <p:cNvPicPr>
            <a:picLocks noChangeAspect="1"/>
          </p:cNvPicPr>
          <p:nvPr/>
        </p:nvPicPr>
        <p:blipFill>
          <a:blip r:embed="rId33"/>
          <a:srcRect l="0" r="0" t="0" b="0"/>
          <a:stretch/>
        </p:blipFill>
        <p:spPr>
          <a:xfrm>
            <a:off x="4334024" y="4295744"/>
            <a:ext cx="61466" cy="285134"/>
          </a:xfrm>
          <a:prstGeom prst="rect">
            <a:avLst/>
          </a:prstGeom>
        </p:spPr>
      </p:pic>
      <p:pic>
        <p:nvPicPr>
          <p:cNvPr id="38" name="Image 33" descr="preencoded.png">    </p:cNvPr>
          <p:cNvPicPr>
            <a:picLocks noChangeAspect="1"/>
          </p:cNvPicPr>
          <p:nvPr/>
        </p:nvPicPr>
        <p:blipFill>
          <a:blip r:embed="rId34"/>
          <a:srcRect l="0" r="4" t="0" b="0"/>
          <a:stretch/>
        </p:blipFill>
        <p:spPr>
          <a:xfrm>
            <a:off x="4953688" y="4214924"/>
            <a:ext cx="54304" cy="365955"/>
          </a:xfrm>
          <a:prstGeom prst="rect">
            <a:avLst/>
          </a:prstGeom>
        </p:spPr>
      </p:pic>
      <p:pic>
        <p:nvPicPr>
          <p:cNvPr id="39" name="Image 34" descr="preencoded.png">    </p:cNvPr>
          <p:cNvPicPr>
            <a:picLocks noChangeAspect="1"/>
          </p:cNvPicPr>
          <p:nvPr/>
        </p:nvPicPr>
        <p:blipFill>
          <a:blip r:embed="rId35"/>
          <a:srcRect l="0" r="-1" t="0" b="0"/>
          <a:stretch/>
        </p:blipFill>
        <p:spPr>
          <a:xfrm>
            <a:off x="4248020" y="4647106"/>
            <a:ext cx="840377" cy="53887"/>
          </a:xfrm>
          <a:prstGeom prst="rect">
            <a:avLst/>
          </a:prstGeom>
        </p:spPr>
      </p:pic>
      <p:pic>
        <p:nvPicPr>
          <p:cNvPr id="40" name="Image 35" descr="preencoded.png">    </p:cNvPr>
          <p:cNvPicPr>
            <a:picLocks noChangeAspect="1"/>
          </p:cNvPicPr>
          <p:nvPr/>
        </p:nvPicPr>
        <p:blipFill>
          <a:blip r:embed="rId36"/>
          <a:srcRect l="0" r="1" t="0" b="0"/>
          <a:stretch/>
        </p:blipFill>
        <p:spPr>
          <a:xfrm>
            <a:off x="4289152" y="4276649"/>
            <a:ext cx="758075" cy="382799"/>
          </a:xfrm>
          <a:prstGeom prst="rect">
            <a:avLst/>
          </a:prstGeom>
        </p:spPr>
      </p:pic>
      <p:pic>
        <p:nvPicPr>
          <p:cNvPr id="41" name="Image 36" descr="preencoded.png">    </p:cNvPr>
          <p:cNvPicPr>
            <a:picLocks noChangeAspect="1"/>
          </p:cNvPicPr>
          <p:nvPr/>
        </p:nvPicPr>
        <p:blipFill>
          <a:blip r:embed="rId37"/>
          <a:srcRect l="0" r="-6" t="0" b="0"/>
          <a:stretch/>
        </p:blipFill>
        <p:spPr>
          <a:xfrm>
            <a:off x="4622657" y="4444471"/>
            <a:ext cx="89799" cy="80842"/>
          </a:xfrm>
          <a:prstGeom prst="rect">
            <a:avLst/>
          </a:prstGeom>
        </p:spPr>
      </p:pic>
      <p:pic>
        <p:nvPicPr>
          <p:cNvPr id="42" name="Image 37" descr="preencoded.png">    </p:cNvPr>
          <p:cNvPicPr>
            <a:picLocks noChangeAspect="1"/>
          </p:cNvPicPr>
          <p:nvPr/>
        </p:nvPicPr>
        <p:blipFill>
          <a:blip r:embed="rId38"/>
          <a:srcRect l="0" r="0" t="0" b="0"/>
          <a:stretch/>
        </p:blipFill>
        <p:spPr>
          <a:xfrm>
            <a:off x="4518571" y="3717192"/>
            <a:ext cx="359699" cy="73607"/>
          </a:xfrm>
          <a:prstGeom prst="rect">
            <a:avLst/>
          </a:prstGeom>
        </p:spPr>
      </p:pic>
      <p:pic>
        <p:nvPicPr>
          <p:cNvPr id="43" name="Image 38" descr="preencoded.png">    </p:cNvPr>
          <p:cNvPicPr>
            <a:picLocks noChangeAspect="1"/>
          </p:cNvPicPr>
          <p:nvPr/>
        </p:nvPicPr>
        <p:blipFill>
          <a:blip r:embed="rId39"/>
          <a:srcRect l="0" r="0" t="0" b="0"/>
          <a:stretch/>
        </p:blipFill>
        <p:spPr>
          <a:xfrm>
            <a:off x="4901301" y="3776814"/>
            <a:ext cx="17227" cy="87915"/>
          </a:xfrm>
          <a:prstGeom prst="rect">
            <a:avLst/>
          </a:prstGeom>
        </p:spPr>
      </p:pic>
      <p:pic>
        <p:nvPicPr>
          <p:cNvPr id="44" name="Image 39" descr="preencoded.png">    </p:cNvPr>
          <p:cNvPicPr>
            <a:picLocks noChangeAspect="1"/>
          </p:cNvPicPr>
          <p:nvPr/>
        </p:nvPicPr>
        <p:blipFill>
          <a:blip r:embed="rId40"/>
          <a:srcRect l="0" r="0" t="0" b="0"/>
          <a:stretch/>
        </p:blipFill>
        <p:spPr>
          <a:xfrm>
            <a:off x="4878307" y="3833697"/>
            <a:ext cx="59364" cy="110324"/>
          </a:xfrm>
          <a:prstGeom prst="rect">
            <a:avLst/>
          </a:prstGeom>
        </p:spPr>
      </p:pic>
      <p:pic>
        <p:nvPicPr>
          <p:cNvPr id="45" name="Image 40" descr="preencoded.png">    </p:cNvPr>
          <p:cNvPicPr>
            <a:picLocks noChangeAspect="1"/>
          </p:cNvPicPr>
          <p:nvPr/>
        </p:nvPicPr>
        <p:blipFill>
          <a:blip r:embed="rId41"/>
          <a:srcRect l="0" r="0" t="0" b="0"/>
          <a:stretch/>
        </p:blipFill>
        <p:spPr>
          <a:xfrm>
            <a:off x="4866829" y="3828535"/>
            <a:ext cx="26808" cy="120668"/>
          </a:xfrm>
          <a:prstGeom prst="rect">
            <a:avLst/>
          </a:prstGeom>
        </p:spPr>
      </p:pic>
      <p:pic>
        <p:nvPicPr>
          <p:cNvPr id="46" name="Image 41" descr="preencoded.png">    </p:cNvPr>
          <p:cNvPicPr>
            <a:picLocks noChangeAspect="1"/>
          </p:cNvPicPr>
          <p:nvPr/>
        </p:nvPicPr>
        <p:blipFill>
          <a:blip r:embed="rId42"/>
          <a:srcRect l="0" r="0" t="0" b="0"/>
          <a:stretch/>
        </p:blipFill>
        <p:spPr>
          <a:xfrm>
            <a:off x="4473461" y="3778534"/>
            <a:ext cx="17227" cy="87915"/>
          </a:xfrm>
          <a:prstGeom prst="rect">
            <a:avLst/>
          </a:prstGeom>
        </p:spPr>
      </p:pic>
      <p:pic>
        <p:nvPicPr>
          <p:cNvPr id="47" name="Image 42" descr="preencoded.png">    </p:cNvPr>
          <p:cNvPicPr>
            <a:picLocks noChangeAspect="1"/>
          </p:cNvPicPr>
          <p:nvPr/>
        </p:nvPicPr>
        <p:blipFill>
          <a:blip r:embed="rId43"/>
          <a:srcRect l="0" r="0" t="0" b="0"/>
          <a:stretch/>
        </p:blipFill>
        <p:spPr>
          <a:xfrm>
            <a:off x="4454300" y="3835417"/>
            <a:ext cx="59364" cy="110324"/>
          </a:xfrm>
          <a:prstGeom prst="rect">
            <a:avLst/>
          </a:prstGeom>
        </p:spPr>
      </p:pic>
      <p:pic>
        <p:nvPicPr>
          <p:cNvPr id="48" name="Image 43" descr="preencoded.png">    </p:cNvPr>
          <p:cNvPicPr>
            <a:picLocks noChangeAspect="1"/>
          </p:cNvPicPr>
          <p:nvPr/>
        </p:nvPicPr>
        <p:blipFill>
          <a:blip r:embed="rId44"/>
          <a:srcRect l="0" r="0" t="0" b="0"/>
          <a:stretch/>
        </p:blipFill>
        <p:spPr>
          <a:xfrm>
            <a:off x="4498355" y="3830234"/>
            <a:ext cx="26808" cy="120668"/>
          </a:xfrm>
          <a:prstGeom prst="rect">
            <a:avLst/>
          </a:prstGeom>
        </p:spPr>
      </p:pic>
      <p:pic>
        <p:nvPicPr>
          <p:cNvPr id="49" name="Image 44" descr="preencoded.png">    </p:cNvPr>
          <p:cNvPicPr>
            <a:picLocks noChangeAspect="1"/>
          </p:cNvPicPr>
          <p:nvPr/>
        </p:nvPicPr>
        <p:blipFill>
          <a:blip r:embed="rId45"/>
          <a:srcRect l="0" r="1" t="0" b="0"/>
          <a:stretch/>
        </p:blipFill>
        <p:spPr>
          <a:xfrm>
            <a:off x="4468676" y="3582017"/>
            <a:ext cx="454651" cy="196773"/>
          </a:xfrm>
          <a:prstGeom prst="rect">
            <a:avLst/>
          </a:prstGeom>
        </p:spPr>
      </p:pic>
      <p:pic>
        <p:nvPicPr>
          <p:cNvPr id="50" name="Image 45" descr="preencoded.png">    </p:cNvPr>
          <p:cNvPicPr>
            <a:picLocks noChangeAspect="1"/>
          </p:cNvPicPr>
          <p:nvPr/>
        </p:nvPicPr>
        <p:blipFill>
          <a:blip r:embed="rId46"/>
          <a:srcRect l="0" r="0" t="0" b="0"/>
          <a:stretch/>
        </p:blipFill>
        <p:spPr>
          <a:xfrm>
            <a:off x="3683719" y="4701695"/>
            <a:ext cx="1827758" cy="441805"/>
          </a:xfrm>
          <a:prstGeom prst="rect">
            <a:avLst/>
          </a:prstGeom>
        </p:spPr>
      </p:pic>
      <p:pic>
        <p:nvPicPr>
          <p:cNvPr id="51" name="Image 46" descr="preencoded.png">    </p:cNvPr>
          <p:cNvPicPr>
            <a:picLocks noChangeAspect="1"/>
          </p:cNvPicPr>
          <p:nvPr/>
        </p:nvPicPr>
        <p:blipFill>
          <a:blip r:embed="rId47"/>
          <a:srcRect l="0" r="0" t="0" b="0"/>
          <a:stretch/>
        </p:blipFill>
        <p:spPr>
          <a:xfrm>
            <a:off x="3683719" y="4731432"/>
            <a:ext cx="1827758" cy="46729"/>
          </a:xfrm>
          <a:prstGeom prst="rect">
            <a:avLst/>
          </a:prstGeom>
        </p:spPr>
      </p:pic>
      <p:pic>
        <p:nvPicPr>
          <p:cNvPr id="52" name="Image 47" descr="preencoded.png">    </p:cNvPr>
          <p:cNvPicPr>
            <a:picLocks noChangeAspect="1"/>
          </p:cNvPicPr>
          <p:nvPr/>
        </p:nvPicPr>
        <p:blipFill>
          <a:blip r:embed="rId48"/>
          <a:srcRect l="0" r="0" t="0" b="0"/>
          <a:stretch/>
        </p:blipFill>
        <p:spPr>
          <a:xfrm>
            <a:off x="3561104" y="4695323"/>
            <a:ext cx="2072934" cy="573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138488" y="2286000"/>
            <a:ext cx="5715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EEEEEE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उद्यमेन हि सिध्यन्ति कार्याणि न मनोरथैः |।</a:t>
            </a:r>
            <a:endParaRPr lang="en-US" sz="2138" dirty="0"/>
          </a:p>
          <a:p>
            <a:pPr algn="ctr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EEEEEE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न हि सुप्तस्य सिंहस्य प्रविशन्ति मुखे मृगाः ||॥ </a:t>
            </a:r>
            <a:endParaRPr lang="en-US" sz="2138" dirty="0"/>
          </a:p>
        </p:txBody>
      </p:sp>
      <p:sp>
        <p:nvSpPr>
          <p:cNvPr id="4" name="Shape 1"/>
          <p:cNvSpPr/>
          <p:nvPr/>
        </p:nvSpPr>
        <p:spPr>
          <a:xfrm>
            <a:off x="785813" y="1262063"/>
            <a:ext cx="1614488" cy="2728913"/>
          </a:xfrm>
          <a:prstGeom prst="rect">
            <a:avLst/>
          </a:prstGeom>
          <a:noFill/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1" t="0" b="0"/>
          <a:stretch/>
        </p:blipFill>
        <p:spPr>
          <a:xfrm>
            <a:off x="812788" y="2445223"/>
            <a:ext cx="701241" cy="1042878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5813" y="1262063"/>
            <a:ext cx="1217079" cy="240323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88634" y="1352506"/>
            <a:ext cx="1028291" cy="2222358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rcRect l="0" r="1" t="0" b="0"/>
          <a:stretch/>
        </p:blipFill>
        <p:spPr>
          <a:xfrm>
            <a:off x="1490160" y="3337776"/>
            <a:ext cx="213717" cy="129193"/>
          </a:xfrm>
          <a:prstGeom prst="rect">
            <a:avLst/>
          </a:prstGeom>
        </p:spPr>
      </p:pic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rcRect l="0" r="-1" t="0" b="0"/>
          <a:stretch/>
        </p:blipFill>
        <p:spPr>
          <a:xfrm>
            <a:off x="1210456" y="3342183"/>
            <a:ext cx="99287" cy="131829"/>
          </a:xfrm>
          <a:prstGeom prst="rect">
            <a:avLst/>
          </a:prstGeom>
        </p:spPr>
      </p:pic>
      <p:pic>
        <p:nvPicPr>
          <p:cNvPr id="10" name="Image 5" descr="preencoded.png">    </p:cNvPr>
          <p:cNvPicPr>
            <a:picLocks noChangeAspect="1"/>
          </p:cNvPicPr>
          <p:nvPr/>
        </p:nvPicPr>
        <p:blipFill>
          <a:blip r:embed="rId6"/>
          <a:srcRect l="0" r="-2" t="0" b="0"/>
          <a:stretch/>
        </p:blipFill>
        <p:spPr>
          <a:xfrm>
            <a:off x="1175445" y="2361744"/>
            <a:ext cx="424030" cy="1022065"/>
          </a:xfrm>
          <a:prstGeom prst="rect">
            <a:avLst/>
          </a:prstGeom>
        </p:spPr>
      </p:pic>
      <p:pic>
        <p:nvPicPr>
          <p:cNvPr id="11" name="Image 6" descr="preencoded.png">    </p:cNvPr>
          <p:cNvPicPr>
            <a:picLocks noChangeAspect="1"/>
          </p:cNvPicPr>
          <p:nvPr/>
        </p:nvPicPr>
        <p:blipFill>
          <a:blip r:embed="rId7"/>
          <a:srcRect l="0" r="2" t="0" b="0"/>
          <a:stretch/>
        </p:blipFill>
        <p:spPr>
          <a:xfrm>
            <a:off x="1306748" y="1619526"/>
            <a:ext cx="189551" cy="330044"/>
          </a:xfrm>
          <a:prstGeom prst="rect">
            <a:avLst/>
          </a:prstGeom>
        </p:spPr>
      </p:pic>
      <p:pic>
        <p:nvPicPr>
          <p:cNvPr id="12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261337" y="1849655"/>
            <a:ext cx="239725" cy="580822"/>
          </a:xfrm>
          <a:prstGeom prst="rect">
            <a:avLst/>
          </a:prstGeom>
        </p:spPr>
      </p:pic>
      <p:pic>
        <p:nvPicPr>
          <p:cNvPr id="13" name="Image 8" descr="preencoded.png">    </p:cNvPr>
          <p:cNvPicPr>
            <a:picLocks noChangeAspect="1"/>
          </p:cNvPicPr>
          <p:nvPr/>
        </p:nvPicPr>
        <p:blipFill>
          <a:blip r:embed="rId9"/>
          <a:srcRect l="0" r="9" t="0" b="0"/>
          <a:stretch/>
        </p:blipFill>
        <p:spPr>
          <a:xfrm>
            <a:off x="1351266" y="1898905"/>
            <a:ext cx="104552" cy="276623"/>
          </a:xfrm>
          <a:prstGeom prst="rect">
            <a:avLst/>
          </a:prstGeom>
        </p:spPr>
      </p:pic>
      <p:pic>
        <p:nvPicPr>
          <p:cNvPr id="14" name="Image 9" descr="preencoded.png">    </p:cNvPr>
          <p:cNvPicPr>
            <a:picLocks noChangeAspect="1"/>
          </p:cNvPicPr>
          <p:nvPr/>
        </p:nvPicPr>
        <p:blipFill>
          <a:blip r:embed="rId10"/>
          <a:srcRect l="0" r="-14" t="0" b="0"/>
          <a:stretch/>
        </p:blipFill>
        <p:spPr>
          <a:xfrm>
            <a:off x="1390297" y="1849509"/>
            <a:ext cx="62712" cy="84709"/>
          </a:xfrm>
          <a:prstGeom prst="rect">
            <a:avLst/>
          </a:prstGeom>
        </p:spPr>
      </p:pic>
      <p:pic>
        <p:nvPicPr>
          <p:cNvPr id="15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1310060" y="1814033"/>
            <a:ext cx="83679" cy="99852"/>
          </a:xfrm>
          <a:prstGeom prst="rect">
            <a:avLst/>
          </a:prstGeom>
        </p:spPr>
      </p:pic>
      <p:pic>
        <p:nvPicPr>
          <p:cNvPr id="16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1109625" y="1821698"/>
            <a:ext cx="471171" cy="766903"/>
          </a:xfrm>
          <a:prstGeom prst="rect">
            <a:avLst/>
          </a:prstGeom>
        </p:spPr>
      </p:pic>
      <p:pic>
        <p:nvPicPr>
          <p:cNvPr id="17" name="Image 12" descr="preencoded.png">    </p:cNvPr>
          <p:cNvPicPr>
            <a:picLocks noChangeAspect="1"/>
          </p:cNvPicPr>
          <p:nvPr/>
        </p:nvPicPr>
        <p:blipFill>
          <a:blip r:embed="rId13"/>
          <a:srcRect l="0" r="-5" t="0" b="0"/>
          <a:stretch/>
        </p:blipFill>
        <p:spPr>
          <a:xfrm>
            <a:off x="1495239" y="2052031"/>
            <a:ext cx="107361" cy="455735"/>
          </a:xfrm>
          <a:prstGeom prst="rect">
            <a:avLst/>
          </a:prstGeom>
        </p:spPr>
      </p:pic>
      <p:pic>
        <p:nvPicPr>
          <p:cNvPr id="18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1051303" y="1990869"/>
            <a:ext cx="160027" cy="534240"/>
          </a:xfrm>
          <a:prstGeom prst="rect">
            <a:avLst/>
          </a:prstGeom>
        </p:spPr>
      </p:pic>
      <p:pic>
        <p:nvPicPr>
          <p:cNvPr id="19" name="Image 14" descr="preencoded.png">    </p:cNvPr>
          <p:cNvPicPr>
            <a:picLocks noChangeAspect="1"/>
          </p:cNvPicPr>
          <p:nvPr/>
        </p:nvPicPr>
        <p:blipFill>
          <a:blip r:embed="rId15"/>
          <a:srcRect l="0" r="-11" t="0" b="0"/>
          <a:stretch/>
        </p:blipFill>
        <p:spPr>
          <a:xfrm>
            <a:off x="1156246" y="2465701"/>
            <a:ext cx="73354" cy="97210"/>
          </a:xfrm>
          <a:prstGeom prst="rect">
            <a:avLst/>
          </a:prstGeom>
        </p:spPr>
      </p:pic>
      <p:pic>
        <p:nvPicPr>
          <p:cNvPr id="20" name="Image 15" descr="preencoded.png">    </p:cNvPr>
          <p:cNvPicPr>
            <a:picLocks noChangeAspect="1"/>
          </p:cNvPicPr>
          <p:nvPr/>
        </p:nvPicPr>
        <p:blipFill>
          <a:blip r:embed="rId16"/>
          <a:srcRect l="0" r="3" t="0" b="0"/>
          <a:stretch/>
        </p:blipFill>
        <p:spPr>
          <a:xfrm>
            <a:off x="1977256" y="1478503"/>
            <a:ext cx="243669" cy="389064"/>
          </a:xfrm>
          <a:prstGeom prst="rect">
            <a:avLst/>
          </a:prstGeom>
        </p:spPr>
      </p:pic>
      <p:pic>
        <p:nvPicPr>
          <p:cNvPr id="21" name="Image 16" descr="preencoded.png">    </p:cNvPr>
          <p:cNvPicPr>
            <a:picLocks noChangeAspect="1"/>
          </p:cNvPicPr>
          <p:nvPr/>
        </p:nvPicPr>
        <p:blipFill>
          <a:blip r:embed="rId17"/>
          <a:srcRect l="0" r="1" t="0" b="0"/>
          <a:stretch/>
        </p:blipFill>
        <p:spPr>
          <a:xfrm>
            <a:off x="2023300" y="3670970"/>
            <a:ext cx="337152" cy="167765"/>
          </a:xfrm>
          <a:prstGeom prst="rect">
            <a:avLst/>
          </a:prstGeom>
        </p:spPr>
      </p:pic>
      <p:pic>
        <p:nvPicPr>
          <p:cNvPr id="22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0" b="0"/>
          <a:stretch/>
        </p:blipFill>
        <p:spPr>
          <a:xfrm>
            <a:off x="2208126" y="2847445"/>
            <a:ext cx="121425" cy="834905"/>
          </a:xfrm>
          <a:prstGeom prst="rect">
            <a:avLst/>
          </a:prstGeom>
        </p:spPr>
      </p:pic>
      <p:pic>
        <p:nvPicPr>
          <p:cNvPr id="23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>
            <a:off x="2208126" y="2847445"/>
            <a:ext cx="121425" cy="834905"/>
          </a:xfrm>
          <a:prstGeom prst="rect">
            <a:avLst/>
          </a:prstGeom>
        </p:spPr>
      </p:pic>
      <p:pic>
        <p:nvPicPr>
          <p:cNvPr id="24" name="Image 19" descr="preencoded.png">    </p:cNvPr>
          <p:cNvPicPr>
            <a:picLocks noChangeAspect="1"/>
          </p:cNvPicPr>
          <p:nvPr/>
        </p:nvPicPr>
        <p:blipFill>
          <a:blip r:embed="rId20"/>
          <a:srcRect l="0" r="1" t="0" b="0"/>
          <a:stretch/>
        </p:blipFill>
        <p:spPr>
          <a:xfrm>
            <a:off x="2025142" y="2552003"/>
            <a:ext cx="328631" cy="1242058"/>
          </a:xfrm>
          <a:prstGeom prst="rect">
            <a:avLst/>
          </a:prstGeom>
        </p:spPr>
      </p:pic>
      <p:pic>
        <p:nvPicPr>
          <p:cNvPr id="25" name="Image 20" descr="preencoded.png">    </p:cNvPr>
          <p:cNvPicPr>
            <a:picLocks noChangeAspect="1"/>
          </p:cNvPicPr>
          <p:nvPr/>
        </p:nvPicPr>
        <p:blipFill>
          <a:blip r:embed="rId21"/>
          <a:srcRect l="0" r="2" t="0" b="2"/>
          <a:stretch/>
        </p:blipFill>
        <p:spPr>
          <a:xfrm>
            <a:off x="1992846" y="3745077"/>
            <a:ext cx="356722" cy="245898"/>
          </a:xfrm>
          <a:prstGeom prst="rect">
            <a:avLst/>
          </a:prstGeom>
        </p:spPr>
      </p:pic>
      <p:pic>
        <p:nvPicPr>
          <p:cNvPr id="26" name="Image 21" descr="preencoded.png">    </p:cNvPr>
          <p:cNvPicPr>
            <a:picLocks noChangeAspect="1"/>
          </p:cNvPicPr>
          <p:nvPr/>
        </p:nvPicPr>
        <p:blipFill>
          <a:blip r:embed="rId22"/>
          <a:srcRect l="0" r="0" t="0" b="0"/>
          <a:stretch/>
        </p:blipFill>
        <p:spPr>
          <a:xfrm>
            <a:off x="1973982" y="1423556"/>
            <a:ext cx="267593" cy="279616"/>
          </a:xfrm>
          <a:prstGeom prst="rect">
            <a:avLst/>
          </a:prstGeom>
        </p:spPr>
      </p:pic>
      <p:pic>
        <p:nvPicPr>
          <p:cNvPr id="27" name="Image 22" descr="preencoded.png">    </p:cNvPr>
          <p:cNvPicPr>
            <a:picLocks noChangeAspect="1"/>
          </p:cNvPicPr>
          <p:nvPr/>
        </p:nvPicPr>
        <p:blipFill>
          <a:blip r:embed="rId23"/>
          <a:srcRect l="0" r="0" t="0" b="0"/>
          <a:stretch/>
        </p:blipFill>
        <p:spPr>
          <a:xfrm>
            <a:off x="1981572" y="1713135"/>
            <a:ext cx="418356" cy="929232"/>
          </a:xfrm>
          <a:prstGeom prst="rect">
            <a:avLst/>
          </a:prstGeom>
        </p:spPr>
      </p:pic>
      <p:pic>
        <p:nvPicPr>
          <p:cNvPr id="28" name="Image 23" descr="preencoded.png">    </p:cNvPr>
          <p:cNvPicPr>
            <a:picLocks noChangeAspect="1"/>
          </p:cNvPicPr>
          <p:nvPr/>
        </p:nvPicPr>
        <p:blipFill>
          <a:blip r:embed="rId24"/>
          <a:srcRect l="0" r="1" t="0" b="0"/>
          <a:stretch/>
        </p:blipFill>
        <p:spPr>
          <a:xfrm>
            <a:off x="2049512" y="2383920"/>
            <a:ext cx="192509" cy="201915"/>
          </a:xfrm>
          <a:prstGeom prst="rect">
            <a:avLst/>
          </a:prstGeom>
        </p:spPr>
      </p:pic>
      <p:pic>
        <p:nvPicPr>
          <p:cNvPr id="29" name="Image 24" descr="preencoded.png">    </p:cNvPr>
          <p:cNvPicPr>
            <a:picLocks noChangeAspect="1"/>
          </p:cNvPicPr>
          <p:nvPr/>
        </p:nvPicPr>
        <p:blipFill>
          <a:blip r:embed="rId25"/>
          <a:srcRect l="0" r="0" t="0" b="0"/>
          <a:stretch/>
        </p:blipFill>
        <p:spPr>
          <a:xfrm>
            <a:off x="2114290" y="1810006"/>
            <a:ext cx="286010" cy="622766"/>
          </a:xfrm>
          <a:prstGeom prst="rect">
            <a:avLst/>
          </a:prstGeom>
        </p:spPr>
      </p:pic>
      <p:pic>
        <p:nvPicPr>
          <p:cNvPr id="30" name="Image 25" descr="preencoded.png">    </p:cNvPr>
          <p:cNvPicPr>
            <a:picLocks noChangeAspect="1"/>
          </p:cNvPicPr>
          <p:nvPr/>
        </p:nvPicPr>
        <p:blipFill>
          <a:blip r:embed="rId26"/>
          <a:srcRect l="0" r="4" t="0" b="0"/>
          <a:stretch/>
        </p:blipFill>
        <p:spPr>
          <a:xfrm>
            <a:off x="1306748" y="1581439"/>
            <a:ext cx="193700" cy="1832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2026-09-15T18:16:25Z</dcterms:created>
  <dcterms:modified xsi:type="dcterms:W3CDTF">2026-09-15T18:16:25Z</dcterms:modified>
</cp:coreProperties>
</file>